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3" r:id="rId4"/>
    <p:sldId id="264" r:id="rId5"/>
    <p:sldId id="265" r:id="rId6"/>
    <p:sldId id="267" r:id="rId7"/>
    <p:sldId id="268" r:id="rId8"/>
    <p:sldId id="269" r:id="rId9"/>
    <p:sldId id="27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C48982B3-B927-4BB2-AA1F-9EEEDBCCFF0F}"/>
    <pc:docChg chg="modSld">
      <pc:chgData name="Wekoslav Stefanovski" userId="bb32c3697bb3823c" providerId="LiveId" clId="{C48982B3-B927-4BB2-AA1F-9EEEDBCCFF0F}" dt="2024-10-13T19:06:45.106" v="11"/>
      <pc:docMkLst>
        <pc:docMk/>
      </pc:docMkLst>
      <pc:sldChg chg="modSp mod">
        <pc:chgData name="Wekoslav Stefanovski" userId="bb32c3697bb3823c" providerId="LiveId" clId="{C48982B3-B927-4BB2-AA1F-9EEEDBCCFF0F}" dt="2024-10-13T19:06:45.106" v="11"/>
        <pc:sldMkLst>
          <pc:docMk/>
          <pc:sldMk cId="2637289428" sldId="259"/>
        </pc:sldMkLst>
      </pc:sldChg>
      <pc:sldChg chg="modSp mod">
        <pc:chgData name="Wekoslav Stefanovski" userId="bb32c3697bb3823c" providerId="LiveId" clId="{C48982B3-B927-4BB2-AA1F-9EEEDBCCFF0F}" dt="2024-10-13T19:06:32.307" v="10" actId="20577"/>
        <pc:sldMkLst>
          <pc:docMk/>
          <pc:sldMk cId="4261442032" sldId="269"/>
        </pc:sldMkLst>
      </pc:sldChg>
    </pc:docChg>
  </pc:docChgLst>
  <pc:docChgLst>
    <pc:chgData name="Wekoslav Stefanovski" userId="bb32c3697bb3823c" providerId="LiveId" clId="{4CB54BE4-A361-4132-878E-F443C8465F0E}"/>
    <pc:docChg chg="modSld sldOrd">
      <pc:chgData name="Wekoslav Stefanovski" userId="bb32c3697bb3823c" providerId="LiveId" clId="{4CB54BE4-A361-4132-878E-F443C8465F0E}" dt="2025-10-14T17:47:27.551" v="2"/>
      <pc:docMkLst>
        <pc:docMk/>
      </pc:docMkLst>
      <pc:sldChg chg="modSp">
        <pc:chgData name="Wekoslav Stefanovski" userId="bb32c3697bb3823c" providerId="LiveId" clId="{4CB54BE4-A361-4132-878E-F443C8465F0E}" dt="2025-10-14T10:05:47.870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14T10:05:47.870" v="0"/>
          <ac:spMkLst>
            <pc:docMk/>
            <pc:sldMk cId="2637289428" sldId="259"/>
            <ac:spMk id="3" creationId="{E0A67EAC-000C-2B1B-968B-A2CA7076807E}"/>
          </ac:spMkLst>
        </pc:spChg>
      </pc:sldChg>
      <pc:sldChg chg="ord">
        <pc:chgData name="Wekoslav Stefanovski" userId="bb32c3697bb3823c" providerId="LiveId" clId="{4CB54BE4-A361-4132-878E-F443C8465F0E}" dt="2025-10-14T17:47:27.551" v="2"/>
        <pc:sldMkLst>
          <pc:docMk/>
          <pc:sldMk cId="2115759705" sldId="267"/>
        </pc:sldMkLst>
      </pc:sldChg>
    </pc:docChg>
  </pc:docChgLst>
  <pc:docChgLst>
    <pc:chgData name="Wekoslav Stefanovski" userId="bb32c3697bb3823c" providerId="LiveId" clId="{558777C4-60F3-4013-8772-1C92D5DFC4E1}"/>
    <pc:docChg chg="undo redo custSel addSld modSld sldOrd">
      <pc:chgData name="Wekoslav Stefanovski" userId="bb32c3697bb3823c" providerId="LiveId" clId="{558777C4-60F3-4013-8772-1C92D5DFC4E1}" dt="2023-10-16T13:45:29.547" v="761" actId="20577"/>
      <pc:docMkLst>
        <pc:docMk/>
      </pc:docMkLst>
      <pc:sldChg chg="modSp mod">
        <pc:chgData name="Wekoslav Stefanovski" userId="bb32c3697bb3823c" providerId="LiveId" clId="{558777C4-60F3-4013-8772-1C92D5DFC4E1}" dt="2023-10-16T13:39:59.002" v="331" actId="20577"/>
        <pc:sldMkLst>
          <pc:docMk/>
          <pc:sldMk cId="1651794133" sldId="263"/>
        </pc:sldMkLst>
      </pc:sldChg>
      <pc:sldChg chg="modSp add mod">
        <pc:chgData name="Wekoslav Stefanovski" userId="bb32c3697bb3823c" providerId="LiveId" clId="{558777C4-60F3-4013-8772-1C92D5DFC4E1}" dt="2023-10-16T13:40:01.827" v="333" actId="20577"/>
        <pc:sldMkLst>
          <pc:docMk/>
          <pc:sldMk cId="3246980973" sldId="264"/>
        </pc:sldMkLst>
      </pc:sldChg>
      <pc:sldChg chg="modSp add mod">
        <pc:chgData name="Wekoslav Stefanovski" userId="bb32c3697bb3823c" providerId="LiveId" clId="{558777C4-60F3-4013-8772-1C92D5DFC4E1}" dt="2023-10-16T13:41:03.753" v="402" actId="20577"/>
        <pc:sldMkLst>
          <pc:docMk/>
          <pc:sldMk cId="4006352639" sldId="265"/>
        </pc:sldMkLst>
      </pc:sldChg>
      <pc:sldChg chg="modSp add mod ord">
        <pc:chgData name="Wekoslav Stefanovski" userId="bb32c3697bb3823c" providerId="LiveId" clId="{558777C4-60F3-4013-8772-1C92D5DFC4E1}" dt="2023-10-16T13:39:55.475" v="327" actId="20577"/>
        <pc:sldMkLst>
          <pc:docMk/>
          <pc:sldMk cId="2279737669" sldId="266"/>
        </pc:sldMkLst>
      </pc:sldChg>
      <pc:sldChg chg="modSp add mod">
        <pc:chgData name="Wekoslav Stefanovski" userId="bb32c3697bb3823c" providerId="LiveId" clId="{558777C4-60F3-4013-8772-1C92D5DFC4E1}" dt="2023-10-16T13:43:28.955" v="512" actId="20577"/>
        <pc:sldMkLst>
          <pc:docMk/>
          <pc:sldMk cId="2115759705" sldId="267"/>
        </pc:sldMkLst>
      </pc:sldChg>
      <pc:sldChg chg="modSp add mod">
        <pc:chgData name="Wekoslav Stefanovski" userId="bb32c3697bb3823c" providerId="LiveId" clId="{558777C4-60F3-4013-8772-1C92D5DFC4E1}" dt="2023-10-16T13:44:13.571" v="591" actId="20577"/>
        <pc:sldMkLst>
          <pc:docMk/>
          <pc:sldMk cId="3540300586" sldId="268"/>
        </pc:sldMkLst>
      </pc:sldChg>
      <pc:sldChg chg="modSp add mod">
        <pc:chgData name="Wekoslav Stefanovski" userId="bb32c3697bb3823c" providerId="LiveId" clId="{558777C4-60F3-4013-8772-1C92D5DFC4E1}" dt="2023-10-16T13:44:43.158" v="621" actId="6549"/>
        <pc:sldMkLst>
          <pc:docMk/>
          <pc:sldMk cId="4261442032" sldId="269"/>
        </pc:sldMkLst>
      </pc:sldChg>
      <pc:sldChg chg="modSp add mod">
        <pc:chgData name="Wekoslav Stefanovski" userId="bb32c3697bb3823c" providerId="LiveId" clId="{558777C4-60F3-4013-8772-1C92D5DFC4E1}" dt="2023-10-16T13:45:29.547" v="761" actId="20577"/>
        <pc:sldMkLst>
          <pc:docMk/>
          <pc:sldMk cId="78604994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Exercises #04</a:t>
            </a: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01 - Compiling 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typescript file with a function inside it, and compile it. Try different JavaScript targets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27973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02 - Basic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typescript file, declare at least two variables, and at least one function, with full type annotations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51794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03 - Interfaces and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typescript file, declare at least two interfaces that extend on one another, and a class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24698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04 - Enums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an </a:t>
            </a:r>
            <a:r>
              <a:rPr lang="en-US" sz="2800" dirty="0" err="1">
                <a:latin typeface="Abadi" panose="020B0604020104020204" pitchFamily="34" charset="0"/>
              </a:rPr>
              <a:t>enum</a:t>
            </a:r>
            <a:r>
              <a:rPr lang="en-US" sz="2800" dirty="0">
                <a:latin typeface="Abadi" panose="020B0604020104020204" pitchFamily="34" charset="0"/>
              </a:rPr>
              <a:t> for different colors, and use it in a function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00635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05 -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function that will take an array of any type and return the first element (or undefined for an </a:t>
            </a:r>
            <a:r>
              <a:rPr lang="en-US" sz="2800">
                <a:latin typeface="Abadi" panose="020B0604020104020204" pitchFamily="34" charset="0"/>
              </a:rPr>
              <a:t>empty array)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11575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06 - Union and Intersection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union type and an intersection type and try them out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54030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07 - Decorators (Very Scary)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Implement a custom decorator called Duration that logs the time taken for a method to execute.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6144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08 -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project with several different files that are connected with exporting and importing data and code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7860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 - Exercises.potx" id="{4F52ABC8-5823-455C-A083-6029444B9555}" vid="{41067C0B-97D4-4366-94AA-021CCE2DA4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Exercises</Template>
  <TotalTime>221</TotalTime>
  <Words>238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Abadi</vt:lpstr>
      <vt:lpstr>Arial</vt:lpstr>
      <vt:lpstr>Calibri</vt:lpstr>
      <vt:lpstr>Calibri Light</vt:lpstr>
      <vt:lpstr>Söhne</vt:lpstr>
      <vt:lpstr>Office Theme</vt:lpstr>
      <vt:lpstr>Internet Programming</vt:lpstr>
      <vt:lpstr>01 - Compiling TypeScript</vt:lpstr>
      <vt:lpstr>02 - Basic Syntax</vt:lpstr>
      <vt:lpstr>03 - Interfaces and Classes</vt:lpstr>
      <vt:lpstr>04 - Enums</vt:lpstr>
      <vt:lpstr>05 - Generics</vt:lpstr>
      <vt:lpstr>06 - Union and Intersection Types</vt:lpstr>
      <vt:lpstr>07 - Decorators (Very Scary)</vt:lpstr>
      <vt:lpstr>08 - Homework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4</cp:revision>
  <dcterms:created xsi:type="dcterms:W3CDTF">2023-10-16T13:00:45Z</dcterms:created>
  <dcterms:modified xsi:type="dcterms:W3CDTF">2026-10-19T16:07:15Z</dcterms:modified>
</cp:coreProperties>
</file>