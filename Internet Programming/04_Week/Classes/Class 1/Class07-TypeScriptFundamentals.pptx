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0" r:id="rId4"/>
    <p:sldId id="262" r:id="rId5"/>
    <p:sldId id="263" r:id="rId6"/>
    <p:sldId id="264" r:id="rId7"/>
    <p:sldId id="265" r:id="rId8"/>
    <p:sldId id="266" r:id="rId9"/>
    <p:sldId id="267" r:id="rId10"/>
    <p:sldId id="25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26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koslav Stefanovski" userId="bb32c3697bb3823c" providerId="LiveId" clId="{4CB54BE4-A361-4132-878E-F443C8465F0E}"/>
    <pc:docChg chg="modSld">
      <pc:chgData name="Wekoslav Stefanovski" userId="bb32c3697bb3823c" providerId="LiveId" clId="{4CB54BE4-A361-4132-878E-F443C8465F0E}" dt="2025-10-14T10:04:37.938" v="1" actId="5793"/>
      <pc:docMkLst>
        <pc:docMk/>
      </pc:docMkLst>
      <pc:sldChg chg="modSp mod">
        <pc:chgData name="Wekoslav Stefanovski" userId="bb32c3697bb3823c" providerId="LiveId" clId="{4CB54BE4-A361-4132-878E-F443C8465F0E}" dt="2025-10-14T10:04:37.938" v="1" actId="5793"/>
        <pc:sldMkLst>
          <pc:docMk/>
          <pc:sldMk cId="2637289428" sldId="259"/>
        </pc:sldMkLst>
        <pc:spChg chg="mod">
          <ac:chgData name="Wekoslav Stefanovski" userId="bb32c3697bb3823c" providerId="LiveId" clId="{4CB54BE4-A361-4132-878E-F443C8465F0E}" dt="2025-10-14T10:04:37.938" v="1" actId="5793"/>
          <ac:spMkLst>
            <pc:docMk/>
            <pc:sldMk cId="2637289428" sldId="259"/>
            <ac:spMk id="3" creationId="{E0A67EAC-000C-2B1B-968B-A2CA7076807E}"/>
          </ac:spMkLst>
        </pc:spChg>
      </pc:sldChg>
    </pc:docChg>
  </pc:docChgLst>
  <pc:docChgLst>
    <pc:chgData name="Wekoslav Stefanovski" userId="bb32c3697bb3823c" providerId="LiveId" clId="{9F41C552-CD90-4AAC-9FF8-EEBF6F017FDA}"/>
    <pc:docChg chg="undo custSel addSld delSld modSld">
      <pc:chgData name="Wekoslav Stefanovski" userId="bb32c3697bb3823c" providerId="LiveId" clId="{9F41C552-CD90-4AAC-9FF8-EEBF6F017FDA}" dt="2023-10-16T16:38:13.061" v="364" actId="20577"/>
      <pc:docMkLst>
        <pc:docMk/>
      </pc:docMkLst>
      <pc:sldChg chg="modSp mod">
        <pc:chgData name="Wekoslav Stefanovski" userId="bb32c3697bb3823c" providerId="LiveId" clId="{9F41C552-CD90-4AAC-9FF8-EEBF6F017FDA}" dt="2023-10-16T13:02:07.482" v="7" actId="108"/>
        <pc:sldMkLst>
          <pc:docMk/>
          <pc:sldMk cId="3000377589" sldId="256"/>
        </pc:sldMkLst>
      </pc:sldChg>
      <pc:sldChg chg="del">
        <pc:chgData name="Wekoslav Stefanovski" userId="bb32c3697bb3823c" providerId="LiveId" clId="{9F41C552-CD90-4AAC-9FF8-EEBF6F017FDA}" dt="2023-10-16T13:02:12.312" v="8" actId="47"/>
        <pc:sldMkLst>
          <pc:docMk/>
          <pc:sldMk cId="3373928603" sldId="258"/>
        </pc:sldMkLst>
      </pc:sldChg>
      <pc:sldChg chg="modSp mod">
        <pc:chgData name="Wekoslav Stefanovski" userId="bb32c3697bb3823c" providerId="LiveId" clId="{9F41C552-CD90-4AAC-9FF8-EEBF6F017FDA}" dt="2023-10-16T14:49:48.037" v="363" actId="1037"/>
        <pc:sldMkLst>
          <pc:docMk/>
          <pc:sldMk cId="1111713007" sldId="260"/>
        </pc:sldMkLst>
      </pc:sldChg>
      <pc:sldChg chg="modSp mod">
        <pc:chgData name="Wekoslav Stefanovski" userId="bb32c3697bb3823c" providerId="LiveId" clId="{9F41C552-CD90-4AAC-9FF8-EEBF6F017FDA}" dt="2023-10-16T16:38:13.061" v="364" actId="20577"/>
        <pc:sldMkLst>
          <pc:docMk/>
          <pc:sldMk cId="2371489617" sldId="261"/>
        </pc:sldMkLst>
      </pc:sldChg>
      <pc:sldChg chg="modSp add mod">
        <pc:chgData name="Wekoslav Stefanovski" userId="bb32c3697bb3823c" providerId="LiveId" clId="{9F41C552-CD90-4AAC-9FF8-EEBF6F017FDA}" dt="2023-10-16T13:07:22.045" v="149" actId="27636"/>
        <pc:sldMkLst>
          <pc:docMk/>
          <pc:sldMk cId="1040580536" sldId="262"/>
        </pc:sldMkLst>
      </pc:sldChg>
      <pc:sldChg chg="del">
        <pc:chgData name="Wekoslav Stefanovski" userId="bb32c3697bb3823c" providerId="LiveId" clId="{9F41C552-CD90-4AAC-9FF8-EEBF6F017FDA}" dt="2023-10-16T13:05:49.605" v="75" actId="47"/>
        <pc:sldMkLst>
          <pc:docMk/>
          <pc:sldMk cId="2979636932" sldId="262"/>
        </pc:sldMkLst>
      </pc:sldChg>
      <pc:sldChg chg="del">
        <pc:chgData name="Wekoslav Stefanovski" userId="bb32c3697bb3823c" providerId="LiveId" clId="{9F41C552-CD90-4AAC-9FF8-EEBF6F017FDA}" dt="2023-10-16T13:05:50.763" v="76" actId="47"/>
        <pc:sldMkLst>
          <pc:docMk/>
          <pc:sldMk cId="1651794133" sldId="263"/>
        </pc:sldMkLst>
      </pc:sldChg>
      <pc:sldChg chg="modSp add mod">
        <pc:chgData name="Wekoslav Stefanovski" userId="bb32c3697bb3823c" providerId="LiveId" clId="{9F41C552-CD90-4AAC-9FF8-EEBF6F017FDA}" dt="2023-10-16T13:08:22.642" v="174" actId="20577"/>
        <pc:sldMkLst>
          <pc:docMk/>
          <pc:sldMk cId="3926132538" sldId="263"/>
        </pc:sldMkLst>
      </pc:sldChg>
      <pc:sldChg chg="del">
        <pc:chgData name="Wekoslav Stefanovski" userId="bb32c3697bb3823c" providerId="LiveId" clId="{9F41C552-CD90-4AAC-9FF8-EEBF6F017FDA}" dt="2023-10-16T13:05:51.195" v="77" actId="47"/>
        <pc:sldMkLst>
          <pc:docMk/>
          <pc:sldMk cId="1141998883" sldId="264"/>
        </pc:sldMkLst>
      </pc:sldChg>
      <pc:sldChg chg="modSp add mod">
        <pc:chgData name="Wekoslav Stefanovski" userId="bb32c3697bb3823c" providerId="LiveId" clId="{9F41C552-CD90-4AAC-9FF8-EEBF6F017FDA}" dt="2023-10-16T13:09:15.530" v="207" actId="6549"/>
        <pc:sldMkLst>
          <pc:docMk/>
          <pc:sldMk cId="3149168155" sldId="264"/>
        </pc:sldMkLst>
      </pc:sldChg>
      <pc:sldChg chg="modSp add mod">
        <pc:chgData name="Wekoslav Stefanovski" userId="bb32c3697bb3823c" providerId="LiveId" clId="{9F41C552-CD90-4AAC-9FF8-EEBF6F017FDA}" dt="2023-10-16T13:10:20.419" v="251" actId="6549"/>
        <pc:sldMkLst>
          <pc:docMk/>
          <pc:sldMk cId="993290293" sldId="265"/>
        </pc:sldMkLst>
      </pc:sldChg>
      <pc:sldChg chg="del">
        <pc:chgData name="Wekoslav Stefanovski" userId="bb32c3697bb3823c" providerId="LiveId" clId="{9F41C552-CD90-4AAC-9FF8-EEBF6F017FDA}" dt="2023-10-16T13:05:51.661" v="78" actId="47"/>
        <pc:sldMkLst>
          <pc:docMk/>
          <pc:sldMk cId="4061125613" sldId="265"/>
        </pc:sldMkLst>
      </pc:sldChg>
      <pc:sldChg chg="del">
        <pc:chgData name="Wekoslav Stefanovski" userId="bb32c3697bb3823c" providerId="LiveId" clId="{9F41C552-CD90-4AAC-9FF8-EEBF6F017FDA}" dt="2023-10-16T13:05:52.146" v="79" actId="47"/>
        <pc:sldMkLst>
          <pc:docMk/>
          <pc:sldMk cId="2391434308" sldId="266"/>
        </pc:sldMkLst>
      </pc:sldChg>
      <pc:sldChg chg="modSp add mod">
        <pc:chgData name="Wekoslav Stefanovski" userId="bb32c3697bb3823c" providerId="LiveId" clId="{9F41C552-CD90-4AAC-9FF8-EEBF6F017FDA}" dt="2023-10-16T13:11:24.852" v="343" actId="20577"/>
        <pc:sldMkLst>
          <pc:docMk/>
          <pc:sldMk cId="2866789048" sldId="266"/>
        </pc:sldMkLst>
      </pc:sldChg>
      <pc:sldChg chg="del">
        <pc:chgData name="Wekoslav Stefanovski" userId="bb32c3697bb3823c" providerId="LiveId" clId="{9F41C552-CD90-4AAC-9FF8-EEBF6F017FDA}" dt="2023-10-16T13:05:52.655" v="80" actId="47"/>
        <pc:sldMkLst>
          <pc:docMk/>
          <pc:sldMk cId="1214594250" sldId="267"/>
        </pc:sldMkLst>
      </pc:sldChg>
      <pc:sldChg chg="modSp add mod">
        <pc:chgData name="Wekoslav Stefanovski" userId="bb32c3697bb3823c" providerId="LiveId" clId="{9F41C552-CD90-4AAC-9FF8-EEBF6F017FDA}" dt="2023-10-16T13:12:06.741" v="362" actId="6549"/>
        <pc:sldMkLst>
          <pc:docMk/>
          <pc:sldMk cId="2817296018" sldId="267"/>
        </pc:sldMkLst>
      </pc:sldChg>
      <pc:sldChg chg="del">
        <pc:chgData name="Wekoslav Stefanovski" userId="bb32c3697bb3823c" providerId="LiveId" clId="{9F41C552-CD90-4AAC-9FF8-EEBF6F017FDA}" dt="2023-10-16T13:05:53.173" v="81" actId="47"/>
        <pc:sldMkLst>
          <pc:docMk/>
          <pc:sldMk cId="2175785782" sldId="268"/>
        </pc:sldMkLst>
      </pc:sldChg>
      <pc:sldChg chg="del">
        <pc:chgData name="Wekoslav Stefanovski" userId="bb32c3697bb3823c" providerId="LiveId" clId="{9F41C552-CD90-4AAC-9FF8-EEBF6F017FDA}" dt="2023-10-16T13:05:53.685" v="82" actId="47"/>
        <pc:sldMkLst>
          <pc:docMk/>
          <pc:sldMk cId="3174978517" sldId="269"/>
        </pc:sldMkLst>
      </pc:sldChg>
      <pc:sldChg chg="del">
        <pc:chgData name="Wekoslav Stefanovski" userId="bb32c3697bb3823c" providerId="LiveId" clId="{9F41C552-CD90-4AAC-9FF8-EEBF6F017FDA}" dt="2023-10-16T13:05:54.222" v="83" actId="47"/>
        <pc:sldMkLst>
          <pc:docMk/>
          <pc:sldMk cId="1950019468" sldId="270"/>
        </pc:sldMkLst>
      </pc:sldChg>
      <pc:sldChg chg="del">
        <pc:chgData name="Wekoslav Stefanovski" userId="bb32c3697bb3823c" providerId="LiveId" clId="{9F41C552-CD90-4AAC-9FF8-EEBF6F017FDA}" dt="2023-10-16T13:05:54.693" v="84" actId="47"/>
        <pc:sldMkLst>
          <pc:docMk/>
          <pc:sldMk cId="3789626234" sldId="271"/>
        </pc:sldMkLst>
      </pc:sldChg>
      <pc:sldChg chg="del">
        <pc:chgData name="Wekoslav Stefanovski" userId="bb32c3697bb3823c" providerId="LiveId" clId="{9F41C552-CD90-4AAC-9FF8-EEBF6F017FDA}" dt="2023-10-16T13:05:55.147" v="85" actId="47"/>
        <pc:sldMkLst>
          <pc:docMk/>
          <pc:sldMk cId="3298003414" sldId="272"/>
        </pc:sldMkLst>
      </pc:sldChg>
      <pc:sldChg chg="del">
        <pc:chgData name="Wekoslav Stefanovski" userId="bb32c3697bb3823c" providerId="LiveId" clId="{9F41C552-CD90-4AAC-9FF8-EEBF6F017FDA}" dt="2023-10-16T13:05:55.620" v="86" actId="47"/>
        <pc:sldMkLst>
          <pc:docMk/>
          <pc:sldMk cId="2370137659" sldId="273"/>
        </pc:sldMkLst>
      </pc:sldChg>
      <pc:sldChg chg="del">
        <pc:chgData name="Wekoslav Stefanovski" userId="bb32c3697bb3823c" providerId="LiveId" clId="{9F41C552-CD90-4AAC-9FF8-EEBF6F017FDA}" dt="2023-10-16T13:05:56.085" v="87" actId="47"/>
        <pc:sldMkLst>
          <pc:docMk/>
          <pc:sldMk cId="2256590151" sldId="274"/>
        </pc:sldMkLst>
      </pc:sldChg>
      <pc:sldChg chg="del">
        <pc:chgData name="Wekoslav Stefanovski" userId="bb32c3697bb3823c" providerId="LiveId" clId="{9F41C552-CD90-4AAC-9FF8-EEBF6F017FDA}" dt="2023-10-16T13:05:57.318" v="88" actId="47"/>
        <pc:sldMkLst>
          <pc:docMk/>
          <pc:sldMk cId="1689881419" sldId="275"/>
        </pc:sldMkLst>
      </pc:sldChg>
    </pc:docChg>
  </pc:docChgLst>
  <pc:docChgLst>
    <pc:chgData name="Wekoslav Stefanovski" userId="bb32c3697bb3823c" providerId="LiveId" clId="{945F724D-FF29-4F28-9209-DA6A7A289F28}"/>
    <pc:docChg chg="modSld">
      <pc:chgData name="Wekoslav Stefanovski" userId="bb32c3697bb3823c" providerId="LiveId" clId="{945F724D-FF29-4F28-9209-DA6A7A289F28}" dt="2024-10-13T19:03:50.186" v="0"/>
      <pc:docMkLst>
        <pc:docMk/>
      </pc:docMkLst>
      <pc:sldChg chg="modSp mod">
        <pc:chgData name="Wekoslav Stefanovski" userId="bb32c3697bb3823c" providerId="LiveId" clId="{945F724D-FF29-4F28-9209-DA6A7A289F28}" dt="2024-10-13T19:03:50.186" v="0"/>
        <pc:sldMkLst>
          <pc:docMk/>
          <pc:sldMk cId="2637289428" sldId="25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77C14-660E-C75C-BBD9-6E249CB3E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D1FA8B-1572-3184-EB6D-099B561F41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5355FF-3E1C-6802-49C0-6418DDC11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C7599-29A7-5ADF-9AFD-FCD6D10A5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08D56-1961-B8F8-B88B-B4FF188D0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741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B4F76-A3E1-E859-1F18-B5DD24281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392DA-7395-CCE6-002B-1862EA3D6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D6635-8B51-1A07-F737-6F1BB290B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77DE1-DCBC-2AEF-D234-EC8163394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CD882-B4B0-A1F2-FDC3-CB0C0BA1D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34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EB758-F694-43EF-A450-D04A35484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888F2D-B2A6-E30C-F37E-F5991E69C3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21B48F-3207-A898-BD9D-55F854D77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F081C-D9A3-6481-9BDE-D2EE2C3AC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D4BE96-427F-6E70-B550-BE3D2C805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643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3B3DD-1A98-6EB9-F364-0BDBCFBD6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4E639-4B2E-AED9-AB19-4FACD17746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C48E2B-4123-2859-CCFB-04627A3B1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048EDA-F8A0-785D-5E8C-FE43E48AC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F1D623-357E-D926-8964-F17AA762D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ED44C3-4E2B-47B0-AD0D-8FE3B885C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745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729B5-E80F-B0CA-957A-B6D9B1818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911D17-58D3-2CC8-5387-6D1F3E7D88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DF0C81-A9A2-F470-5754-11BA7D86B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C24071-A6B0-155C-7FA4-9E7DE46F8A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CA53BA-645E-E989-5DC3-777AE3EF9D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397123-1FF9-D7B8-4B13-16FD75FEE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C1F9F-C934-5AE1-FC8C-127EFACE4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48001C-51AA-1951-D989-39F38F96D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06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EDBF7-5711-640E-1DF0-3ECA1334D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10DBD8-50A6-87D9-FACE-DE18C2DA7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B14488-FD18-9099-411C-442FC9889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4B6FD6-6B6C-E8CA-9769-F5556E825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369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348E8D-8E8F-4C43-4008-B62A9E1D6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ED39E1-CF2A-C6F2-52A0-F49DDCF4A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A8B1B3-C291-EC80-CCDF-F8034FF3B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246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5DF46-E93B-59D4-8040-D8394A00E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DDF4D-C555-9169-64C5-3BB8EA870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613EFB-7257-A48D-5FDC-3467CE0C36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44A5A7-A75A-5710-A277-5EBCA0145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9A7C07-E2FB-6F73-84F4-66B84C949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92EA71-916C-A7F1-BBEF-A721C9A50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625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1B04A-C517-B81A-9C3E-61E55CCA4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992F30-3A87-567D-A3C3-6AAF77D533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06BE21-CA13-69CF-A1B6-FECEFAB225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E59757-A8B6-BACE-A42A-A9F207703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219DD9-065D-49E9-0349-F0FEEF10B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7899B4-0617-B404-74E0-0ED8C0A0E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301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9E7EB-2039-DEFE-572A-DD0D1692F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E80659-47A2-698E-01F0-DE8672BB3D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4274A-1A59-5F10-235E-F3476FBFF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39919-55CB-E7E5-06F9-868674EF6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1C87D-CF9E-7B45-51E3-C3C94CB44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63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C16552-4CC1-4B4A-19E7-7E32AA4498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36121B-3BC8-97FD-AD22-1D5F7DBABC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EB1F9-9E81-9C32-0788-1A2AC18F4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DECA7B-07DC-804E-94DF-BD639AF02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40723-5BF5-C121-865E-1DF17DA10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966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D20C4B-F24D-3C24-07D0-DB70AF4D7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89088F-FE5D-9F30-B07F-D8AF1FB691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6299A2-D250-E73D-F49F-44D7070D28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36D89-3664-4D4B-9D57-535A908AD601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70744-BFA5-3BE4-3201-C4D04900AF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60856-0DE9-3588-7FE1-C1A6A60DD7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948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mailto:vekoslav.stefanovski@uacs.edu.mk" TargetMode="External"/><Relationship Id="rId2" Type="http://schemas.openxmlformats.org/officeDocument/2006/relationships/hyperlink" Target="https://discord.gg/BPfpzjFNW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@swekster" TargetMode="External"/><Relationship Id="rId5" Type="http://schemas.openxmlformats.org/officeDocument/2006/relationships/hyperlink" Target="https://github.com/sweko/uacs-internet-programming-2026" TargetMode="External"/><Relationship Id="rId4" Type="http://schemas.openxmlformats.org/officeDocument/2006/relationships/hyperlink" Target="mailto:swekster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0A65F-7CAF-2653-4F6D-7735ACD1E7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dirty="0">
                <a:latin typeface="Abadi" panose="020F0502020204030204" pitchFamily="34" charset="0"/>
              </a:rPr>
              <a:t>Internet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4E8579-F876-47B7-4420-B3F64EFEE1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badi" panose="020B0604020104020204" pitchFamily="34" charset="0"/>
              </a:rPr>
              <a:t>#07- TypeScript Fundamentals</a:t>
            </a:r>
          </a:p>
          <a:p>
            <a:endParaRPr lang="en-US" sz="3200" dirty="0">
              <a:latin typeface="Abadi" panose="020B0604020104020204" pitchFamily="34" charset="0"/>
            </a:endParaRPr>
          </a:p>
          <a:p>
            <a:r>
              <a:rPr lang="en-US" sz="3200" dirty="0">
                <a:latin typeface="Abadi" panose="020B0604020104020204" pitchFamily="34" charset="0"/>
              </a:rPr>
              <a:t>Wekoslav Stefanovski</a:t>
            </a:r>
          </a:p>
          <a:p>
            <a:endParaRPr lang="en-US" sz="3200" dirty="0">
              <a:latin typeface="Abadi" panose="020B0604020104020204" pitchFamily="34" charset="0"/>
            </a:endParaRPr>
          </a:p>
          <a:p>
            <a:endParaRPr lang="en-US" sz="32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377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3000"/>
              </a:spcBef>
            </a:pPr>
            <a:r>
              <a:rPr lang="en-US" sz="2800" dirty="0">
                <a:latin typeface="Abadi" panose="020B0604020104020204" pitchFamily="34" charset="0"/>
              </a:rPr>
              <a:t>What is TypeScript?</a:t>
            </a:r>
          </a:p>
          <a:p>
            <a:pPr>
              <a:spcBef>
                <a:spcPts val="3000"/>
              </a:spcBef>
            </a:pPr>
            <a:r>
              <a:rPr lang="en-US" sz="2800" dirty="0">
                <a:latin typeface="Abadi" panose="020B0604020104020204" pitchFamily="34" charset="0"/>
              </a:rPr>
              <a:t>Why use TypeScript in web development?</a:t>
            </a:r>
          </a:p>
          <a:p>
            <a:pPr>
              <a:spcBef>
                <a:spcPts val="3000"/>
              </a:spcBef>
            </a:pPr>
            <a:r>
              <a:rPr lang="en-US" sz="2800" dirty="0">
                <a:latin typeface="Abadi" panose="020B0604020104020204" pitchFamily="34" charset="0"/>
              </a:rPr>
              <a:t>TypeScript Syntax and Type Annotations</a:t>
            </a:r>
          </a:p>
          <a:p>
            <a:pPr>
              <a:spcBef>
                <a:spcPts val="3000"/>
              </a:spcBef>
            </a:pPr>
            <a:r>
              <a:rPr lang="en-US" sz="2800" dirty="0">
                <a:latin typeface="Abadi" panose="020B0604020104020204" pitchFamily="34" charset="0"/>
              </a:rPr>
              <a:t>Compiling TypeScript to JavaScript</a:t>
            </a:r>
          </a:p>
          <a:p>
            <a:pPr>
              <a:spcBef>
                <a:spcPts val="3000"/>
              </a:spcBef>
            </a:pPr>
            <a:r>
              <a:rPr lang="en-US" sz="2800" dirty="0">
                <a:latin typeface="Abadi" panose="020B0604020104020204" pitchFamily="34" charset="0"/>
              </a:rPr>
              <a:t>Benefits of TypeScript in </a:t>
            </a:r>
            <a:r>
              <a:rPr lang="en-US" sz="2800">
                <a:latin typeface="Abadi" panose="020B0604020104020204" pitchFamily="34" charset="0"/>
              </a:rPr>
              <a:t>Web Development</a:t>
            </a:r>
            <a:endParaRPr lang="en-US" sz="28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1489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What is TypeScript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964" y="1825625"/>
            <a:ext cx="10515600" cy="4351338"/>
          </a:xfrm>
        </p:spPr>
        <p:txBody>
          <a:bodyPr>
            <a:normAutofit/>
          </a:bodyPr>
          <a:lstStyle/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TypeScript is a superset of JavaScript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Adds optional static typing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Developed and maintained by Microsoft but is open-source and cross-platform.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Any valid JavaScript code is also valid TypeScript code</a:t>
            </a:r>
          </a:p>
          <a:p>
            <a:pPr>
              <a:spcBef>
                <a:spcPts val="2400"/>
              </a:spcBef>
            </a:pPr>
            <a:r>
              <a:rPr lang="en-US" sz="2800" dirty="0">
                <a:latin typeface="Abadi" panose="020B0604020104020204" pitchFamily="34" charset="0"/>
              </a:rPr>
              <a:t>Compiles to plain JavaScript.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Can be executed in any JavaScript runtime environment.</a:t>
            </a:r>
          </a:p>
        </p:txBody>
      </p:sp>
    </p:spTree>
    <p:extLst>
      <p:ext uri="{BB962C8B-B14F-4D97-AF65-F5344CB8AC3E}">
        <p14:creationId xmlns:p14="http://schemas.microsoft.com/office/powerpoint/2010/main" val="1111713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Why use TypeScript?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JavaScript is a dynamically typed language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Errors and bugs in large codebases.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Support for interfaces and classes that define the structure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More maintainable and scalable code.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Enhanced tooling and IDE support</a:t>
            </a:r>
          </a:p>
        </p:txBody>
      </p:sp>
    </p:spTree>
    <p:extLst>
      <p:ext uri="{BB962C8B-B14F-4D97-AF65-F5344CB8AC3E}">
        <p14:creationId xmlns:p14="http://schemas.microsoft.com/office/powerpoint/2010/main" val="1040580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Variables and 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Same primitive data types as JavaScript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The any, unknown and never types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Arrays and tuples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Best type inference on the market</a:t>
            </a:r>
          </a:p>
        </p:txBody>
      </p:sp>
    </p:spTree>
    <p:extLst>
      <p:ext uri="{BB962C8B-B14F-4D97-AF65-F5344CB8AC3E}">
        <p14:creationId xmlns:p14="http://schemas.microsoft.com/office/powerpoint/2010/main" val="3926132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Type annotations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Variable annotations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 Function parameters and return types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Optional parameters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Default parameters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Inferred narrowing</a:t>
            </a:r>
          </a:p>
        </p:txBody>
      </p:sp>
    </p:spTree>
    <p:extLst>
      <p:ext uri="{BB962C8B-B14F-4D97-AF65-F5344CB8AC3E}">
        <p14:creationId xmlns:p14="http://schemas.microsoft.com/office/powerpoint/2010/main" val="3149168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Interfaces and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Interfaces allow structural definitions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Classes allow custom types and generating objects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Structural Typing </a:t>
            </a:r>
            <a:r>
              <a:rPr lang="en-US" sz="2800">
                <a:latin typeface="Abadi" panose="020B0604020104020204" pitchFamily="34" charset="0"/>
              </a:rPr>
              <a:t>vs Formal Name </a:t>
            </a:r>
            <a:r>
              <a:rPr lang="en-US" sz="2800" dirty="0">
                <a:latin typeface="Abadi" panose="020B0604020104020204" pitchFamily="34" charset="0"/>
              </a:rPr>
              <a:t>Checking</a:t>
            </a:r>
          </a:p>
        </p:txBody>
      </p:sp>
    </p:spTree>
    <p:extLst>
      <p:ext uri="{BB962C8B-B14F-4D97-AF65-F5344CB8AC3E}">
        <p14:creationId xmlns:p14="http://schemas.microsoft.com/office/powerpoint/2010/main" val="993290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Compiling TypeScript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The TypeScript compiler (7</a:t>
            </a:r>
            <a:r>
              <a:rPr lang="en-US" sz="2800" baseline="30000" dirty="0">
                <a:latin typeface="Abadi" panose="020B0604020104020204" pitchFamily="34" charset="0"/>
              </a:rPr>
              <a:t>th</a:t>
            </a:r>
            <a:r>
              <a:rPr lang="en-US" sz="2800" dirty="0">
                <a:latin typeface="Abadi" panose="020B0604020104020204" pitchFamily="34" charset="0"/>
              </a:rPr>
              <a:t> version is current)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The </a:t>
            </a:r>
            <a:r>
              <a:rPr lang="en-US" sz="2800" dirty="0" err="1">
                <a:latin typeface="Abadi" panose="020B0604020104020204" pitchFamily="34" charset="0"/>
              </a:rPr>
              <a:t>tsconfig.json</a:t>
            </a:r>
            <a:r>
              <a:rPr lang="en-US" sz="2800" dirty="0">
                <a:latin typeface="Abadi" panose="020B0604020104020204" pitchFamily="34" charset="0"/>
              </a:rPr>
              <a:t> file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Targeted JavaScript version (ES2015 or later in TS7)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Node 24+ can even run </a:t>
            </a:r>
            <a:r>
              <a:rPr lang="en-US" sz="2800" dirty="0" err="1">
                <a:latin typeface="Abadi" panose="020B0604020104020204" pitchFamily="34" charset="0"/>
              </a:rPr>
              <a:t>ts</a:t>
            </a:r>
            <a:r>
              <a:rPr lang="en-US" sz="2800" dirty="0">
                <a:latin typeface="Abadi" panose="020B0604020104020204" pitchFamily="34" charset="0"/>
              </a:rPr>
              <a:t> files directly</a:t>
            </a:r>
          </a:p>
        </p:txBody>
      </p:sp>
    </p:spTree>
    <p:extLst>
      <p:ext uri="{BB962C8B-B14F-4D97-AF65-F5344CB8AC3E}">
        <p14:creationId xmlns:p14="http://schemas.microsoft.com/office/powerpoint/2010/main" val="2866789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Benefits of TypeScript in Web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Improved code quality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Enhanced tooling and IDE support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Static type checking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Code maintainability </a:t>
            </a:r>
            <a:r>
              <a:rPr lang="en-US" sz="2800">
                <a:latin typeface="Abadi" panose="020B0604020104020204" pitchFamily="34" charset="0"/>
              </a:rPr>
              <a:t>and scalability</a:t>
            </a:r>
            <a:endParaRPr lang="en-US" sz="28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7296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Twitter Handle - @swekster</a:t>
            </a:r>
          </a:p>
          <a:p>
            <a:r>
              <a:rPr lang="en-US" dirty="0">
                <a:latin typeface="Abadi" panose="020B0604020104020204" pitchFamily="34" charset="0"/>
              </a:rPr>
              <a:t>Discord Server - </a:t>
            </a:r>
            <a:r>
              <a:rPr lang="en-US" dirty="0">
                <a:latin typeface="Abadi" panose="020B0604020104020204" pitchFamily="34" charset="0"/>
                <a:hlinkClick r:id="rId2"/>
              </a:rPr>
              <a:t>https://discord.gg/BPfpzjFNWe</a:t>
            </a:r>
            <a:endParaRPr lang="en-US" dirty="0">
              <a:latin typeface="Abadi" panose="020B0604020104020204" pitchFamily="34" charset="0"/>
            </a:endParaRPr>
          </a:p>
          <a:p>
            <a:r>
              <a:rPr lang="en-US" dirty="0">
                <a:latin typeface="Abadi" panose="020B0604020104020204" pitchFamily="34" charset="0"/>
              </a:rPr>
              <a:t>Email - </a:t>
            </a:r>
            <a:r>
              <a:rPr lang="en-US" dirty="0">
                <a:hlinkClick r:id="rId3"/>
              </a:rPr>
              <a:t>vekoslav.stefanovski@uacs.edu.mk</a:t>
            </a:r>
            <a:r>
              <a:rPr lang="en-US" dirty="0"/>
              <a:t>, </a:t>
            </a:r>
            <a:r>
              <a:rPr lang="en-US" dirty="0">
                <a:latin typeface="Abadi" panose="020B0604020104020204" pitchFamily="34" charset="0"/>
                <a:hlinkClick r:id="rId4"/>
              </a:rPr>
              <a:t>swekster@gmail.com</a:t>
            </a:r>
            <a:endParaRPr lang="en-US" dirty="0">
              <a:latin typeface="Abadi" panose="020B0604020104020204" pitchFamily="34" charset="0"/>
            </a:endParaRPr>
          </a:p>
          <a:p>
            <a:r>
              <a:rPr lang="en-US" dirty="0" err="1">
                <a:latin typeface="Abadi" panose="020B0604020104020204" pitchFamily="34" charset="0"/>
              </a:rPr>
              <a:t>Github</a:t>
            </a:r>
            <a:r>
              <a:rPr lang="en-US" dirty="0">
                <a:latin typeface="Abadi" panose="020B0604020104020204" pitchFamily="34" charset="0"/>
              </a:rPr>
              <a:t> - </a:t>
            </a:r>
            <a:r>
              <a:rPr lang="en-US" dirty="0">
                <a:latin typeface="Abadi" panose="020B0604020104020204" pitchFamily="34" charset="0"/>
                <a:hlinkClick r:id="rId5"/>
              </a:rPr>
              <a:t>https://github.com/sweko/uacs-internet-programming-2026</a:t>
            </a:r>
            <a:endParaRPr lang="en-US" dirty="0">
              <a:latin typeface="Abadi" panose="020B0604020104020204" pitchFamily="34" charset="0"/>
            </a:endParaRPr>
          </a:p>
          <a:p>
            <a:r>
              <a:rPr lang="en-US" dirty="0" err="1">
                <a:latin typeface="Abadi" panose="020B0604020104020204" pitchFamily="34" charset="0"/>
              </a:rPr>
              <a:t>Youtube</a:t>
            </a:r>
            <a:r>
              <a:rPr lang="en-US" dirty="0">
                <a:latin typeface="Abadi" panose="020B0604020104020204" pitchFamily="34" charset="0"/>
              </a:rPr>
              <a:t> - </a:t>
            </a:r>
            <a:r>
              <a:rPr lang="en-US" dirty="0">
                <a:latin typeface="Abadi" panose="020B0604020104020204" pitchFamily="34" charset="0"/>
                <a:hlinkClick r:id="rId6"/>
              </a:rPr>
              <a:t>https://www.youtube.com/@swekster</a:t>
            </a:r>
            <a:endParaRPr lang="en-US" dirty="0">
              <a:latin typeface="Abadi" panose="020B0604020104020204" pitchFamily="34" charset="0"/>
            </a:endParaRPr>
          </a:p>
          <a:p>
            <a:pPr marL="0" indent="0">
              <a:buNone/>
            </a:pPr>
            <a:endParaRPr lang="en-US" dirty="0">
              <a:latin typeface="Abadi" panose="020B0604020104020204" pitchFamily="34" charset="0"/>
            </a:endParaRPr>
          </a:p>
          <a:p>
            <a:pPr marL="0" indent="0">
              <a:buNone/>
            </a:pPr>
            <a:endParaRPr lang="en-US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289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ACS Template.potx" id="{08DC6A8F-7F96-433E-A88E-2AF4AC21CEF5}" vid="{13EF5A67-143A-4FDE-9269-96140DA75D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UACS Template - Lecture</Template>
  <TotalTime>26</TotalTime>
  <Words>293</Words>
  <Application>Microsoft Office PowerPoint</Application>
  <PresentationFormat>Widescreen</PresentationFormat>
  <Paragraphs>54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Abadi</vt:lpstr>
      <vt:lpstr>Arial</vt:lpstr>
      <vt:lpstr>Calibri</vt:lpstr>
      <vt:lpstr>Calibri Light</vt:lpstr>
      <vt:lpstr>Office Theme</vt:lpstr>
      <vt:lpstr>Internet Programming</vt:lpstr>
      <vt:lpstr>Agenda</vt:lpstr>
      <vt:lpstr>What is TypeScript</vt:lpstr>
      <vt:lpstr>Why use TypeScript?</vt:lpstr>
      <vt:lpstr>Variables and data types</vt:lpstr>
      <vt:lpstr>Type annotations</vt:lpstr>
      <vt:lpstr>Interfaces and classes</vt:lpstr>
      <vt:lpstr>Compiling TypeScript code</vt:lpstr>
      <vt:lpstr>Benefits of TypeScript in Web Development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 Programming</dc:title>
  <dc:creator>Wekoslav Stefanovski</dc:creator>
  <cp:lastModifiedBy>Wekoslav Stefanovski</cp:lastModifiedBy>
  <cp:revision>9</cp:revision>
  <dcterms:created xsi:type="dcterms:W3CDTF">2023-10-16T13:00:49Z</dcterms:created>
  <dcterms:modified xsi:type="dcterms:W3CDTF">2026-10-19T16:10:57Z</dcterms:modified>
</cp:coreProperties>
</file>