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14T10:05:09.550" v="0"/>
      <pc:docMkLst>
        <pc:docMk/>
      </pc:docMkLst>
      <pc:sldChg chg="modSp">
        <pc:chgData name="Wekoslav Stefanovski" userId="bb32c3697bb3823c" providerId="LiveId" clId="{4CB54BE4-A361-4132-878E-F443C8465F0E}" dt="2025-10-14T10:05:09.550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14T10:05:09.550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DAA5F66F-045A-4BFB-B39F-2ED99375C2B6}"/>
    <pc:docChg chg="undo custSel modSld sldOrd">
      <pc:chgData name="Wekoslav Stefanovski" userId="bb32c3697bb3823c" providerId="LiveId" clId="{DAA5F66F-045A-4BFB-B39F-2ED99375C2B6}" dt="2024-10-13T19:05:36.791" v="3" actId="20578"/>
      <pc:docMkLst>
        <pc:docMk/>
      </pc:docMkLst>
      <pc:sldChg chg="modSp mod">
        <pc:chgData name="Wekoslav Stefanovski" userId="bb32c3697bb3823c" providerId="LiveId" clId="{DAA5F66F-045A-4BFB-B39F-2ED99375C2B6}" dt="2024-10-13T19:05:26.608" v="0"/>
        <pc:sldMkLst>
          <pc:docMk/>
          <pc:sldMk cId="2637289428" sldId="259"/>
        </pc:sldMkLst>
      </pc:sldChg>
      <pc:sldChg chg="ord">
        <pc:chgData name="Wekoslav Stefanovski" userId="bb32c3697bb3823c" providerId="LiveId" clId="{DAA5F66F-045A-4BFB-B39F-2ED99375C2B6}" dt="2024-10-13T19:05:36.791" v="3" actId="20578"/>
        <pc:sldMkLst>
          <pc:docMk/>
          <pc:sldMk cId="2269630139" sldId="264"/>
        </pc:sldMkLst>
      </pc:sldChg>
    </pc:docChg>
  </pc:docChgLst>
  <pc:docChgLst>
    <pc:chgData name="Wekoslav Stefanovski" userId="bb32c3697bb3823c" providerId="LiveId" clId="{2EB2C19C-2431-4F49-B6FF-71582839CB0B}"/>
    <pc:docChg chg="custSel addSld delSld modSld">
      <pc:chgData name="Wekoslav Stefanovski" userId="bb32c3697bb3823c" providerId="LiveId" clId="{2EB2C19C-2431-4F49-B6FF-71582839CB0B}" dt="2023-10-16T13:25:40.970" v="991" actId="20577"/>
      <pc:docMkLst>
        <pc:docMk/>
      </pc:docMkLst>
      <pc:sldChg chg="modSp mod">
        <pc:chgData name="Wekoslav Stefanovski" userId="bb32c3697bb3823c" providerId="LiveId" clId="{2EB2C19C-2431-4F49-B6FF-71582839CB0B}" dt="2023-10-16T13:13:43.829" v="4" actId="27636"/>
        <pc:sldMkLst>
          <pc:docMk/>
          <pc:sldMk cId="3000377589" sldId="256"/>
        </pc:sldMkLst>
      </pc:sldChg>
      <pc:sldChg chg="del">
        <pc:chgData name="Wekoslav Stefanovski" userId="bb32c3697bb3823c" providerId="LiveId" clId="{2EB2C19C-2431-4F49-B6FF-71582839CB0B}" dt="2023-10-16T13:13:48.652" v="5" actId="47"/>
        <pc:sldMkLst>
          <pc:docMk/>
          <pc:sldMk cId="3373928603" sldId="258"/>
        </pc:sldMkLst>
      </pc:sldChg>
      <pc:sldChg chg="modSp mod">
        <pc:chgData name="Wekoslav Stefanovski" userId="bb32c3697bb3823c" providerId="LiveId" clId="{2EB2C19C-2431-4F49-B6FF-71582839CB0B}" dt="2023-10-16T13:15:22.075" v="146" actId="20577"/>
        <pc:sldMkLst>
          <pc:docMk/>
          <pc:sldMk cId="1111713007" sldId="260"/>
        </pc:sldMkLst>
      </pc:sldChg>
      <pc:sldChg chg="modSp mod">
        <pc:chgData name="Wekoslav Stefanovski" userId="bb32c3697bb3823c" providerId="LiveId" clId="{2EB2C19C-2431-4F49-B6FF-71582839CB0B}" dt="2023-10-16T13:14:30.690" v="32" actId="27636"/>
        <pc:sldMkLst>
          <pc:docMk/>
          <pc:sldMk cId="2371489617" sldId="261"/>
        </pc:sldMkLst>
      </pc:sldChg>
      <pc:sldChg chg="del">
        <pc:chgData name="Wekoslav Stefanovski" userId="bb32c3697bb3823c" providerId="LiveId" clId="{2EB2C19C-2431-4F49-B6FF-71582839CB0B}" dt="2023-10-16T13:13:50.731" v="6" actId="47"/>
        <pc:sldMkLst>
          <pc:docMk/>
          <pc:sldMk cId="2979636932" sldId="262"/>
        </pc:sldMkLst>
      </pc:sldChg>
      <pc:sldChg chg="modSp add mod">
        <pc:chgData name="Wekoslav Stefanovski" userId="bb32c3697bb3823c" providerId="LiveId" clId="{2EB2C19C-2431-4F49-B6FF-71582839CB0B}" dt="2023-10-16T13:16:22.190" v="253" actId="20577"/>
        <pc:sldMkLst>
          <pc:docMk/>
          <pc:sldMk cId="3535102605" sldId="262"/>
        </pc:sldMkLst>
      </pc:sldChg>
      <pc:sldChg chg="del">
        <pc:chgData name="Wekoslav Stefanovski" userId="bb32c3697bb3823c" providerId="LiveId" clId="{2EB2C19C-2431-4F49-B6FF-71582839CB0B}" dt="2023-10-16T13:13:50.860" v="7" actId="47"/>
        <pc:sldMkLst>
          <pc:docMk/>
          <pc:sldMk cId="1651794133" sldId="263"/>
        </pc:sldMkLst>
      </pc:sldChg>
      <pc:sldChg chg="modSp add mod">
        <pc:chgData name="Wekoslav Stefanovski" userId="bb32c3697bb3823c" providerId="LiveId" clId="{2EB2C19C-2431-4F49-B6FF-71582839CB0B}" dt="2023-10-16T13:17:13.788" v="341" actId="20577"/>
        <pc:sldMkLst>
          <pc:docMk/>
          <pc:sldMk cId="2190551422" sldId="263"/>
        </pc:sldMkLst>
      </pc:sldChg>
      <pc:sldChg chg="del">
        <pc:chgData name="Wekoslav Stefanovski" userId="bb32c3697bb3823c" providerId="LiveId" clId="{2EB2C19C-2431-4F49-B6FF-71582839CB0B}" dt="2023-10-16T13:13:51.009" v="8" actId="47"/>
        <pc:sldMkLst>
          <pc:docMk/>
          <pc:sldMk cId="1141998883" sldId="264"/>
        </pc:sldMkLst>
      </pc:sldChg>
      <pc:sldChg chg="modSp add mod">
        <pc:chgData name="Wekoslav Stefanovski" userId="bb32c3697bb3823c" providerId="LiveId" clId="{2EB2C19C-2431-4F49-B6FF-71582839CB0B}" dt="2023-10-16T13:19:08.544" v="479" actId="5793"/>
        <pc:sldMkLst>
          <pc:docMk/>
          <pc:sldMk cId="2269630139" sldId="264"/>
        </pc:sldMkLst>
      </pc:sldChg>
      <pc:sldChg chg="modSp add mod">
        <pc:chgData name="Wekoslav Stefanovski" userId="bb32c3697bb3823c" providerId="LiveId" clId="{2EB2C19C-2431-4F49-B6FF-71582839CB0B}" dt="2023-10-16T13:21:08.028" v="724" actId="20577"/>
        <pc:sldMkLst>
          <pc:docMk/>
          <pc:sldMk cId="2597757739" sldId="265"/>
        </pc:sldMkLst>
      </pc:sldChg>
      <pc:sldChg chg="del">
        <pc:chgData name="Wekoslav Stefanovski" userId="bb32c3697bb3823c" providerId="LiveId" clId="{2EB2C19C-2431-4F49-B6FF-71582839CB0B}" dt="2023-10-16T13:13:51.148" v="9" actId="47"/>
        <pc:sldMkLst>
          <pc:docMk/>
          <pc:sldMk cId="4061125613" sldId="265"/>
        </pc:sldMkLst>
      </pc:sldChg>
      <pc:sldChg chg="del">
        <pc:chgData name="Wekoslav Stefanovski" userId="bb32c3697bb3823c" providerId="LiveId" clId="{2EB2C19C-2431-4F49-B6FF-71582839CB0B}" dt="2023-10-16T13:13:51.287" v="10" actId="47"/>
        <pc:sldMkLst>
          <pc:docMk/>
          <pc:sldMk cId="2391434308" sldId="266"/>
        </pc:sldMkLst>
      </pc:sldChg>
      <pc:sldChg chg="modSp add mod">
        <pc:chgData name="Wekoslav Stefanovski" userId="bb32c3697bb3823c" providerId="LiveId" clId="{2EB2C19C-2431-4F49-B6FF-71582839CB0B}" dt="2023-10-16T13:22:10.126" v="871" actId="20577"/>
        <pc:sldMkLst>
          <pc:docMk/>
          <pc:sldMk cId="3800168490" sldId="266"/>
        </pc:sldMkLst>
      </pc:sldChg>
      <pc:sldChg chg="modSp add mod">
        <pc:chgData name="Wekoslav Stefanovski" userId="bb32c3697bb3823c" providerId="LiveId" clId="{2EB2C19C-2431-4F49-B6FF-71582839CB0B}" dt="2023-10-16T13:24:35.220" v="912" actId="6549"/>
        <pc:sldMkLst>
          <pc:docMk/>
          <pc:sldMk cId="611960603" sldId="267"/>
        </pc:sldMkLst>
      </pc:sldChg>
      <pc:sldChg chg="del">
        <pc:chgData name="Wekoslav Stefanovski" userId="bb32c3697bb3823c" providerId="LiveId" clId="{2EB2C19C-2431-4F49-B6FF-71582839CB0B}" dt="2023-10-16T13:13:51.411" v="11" actId="47"/>
        <pc:sldMkLst>
          <pc:docMk/>
          <pc:sldMk cId="1214594250" sldId="267"/>
        </pc:sldMkLst>
      </pc:sldChg>
      <pc:sldChg chg="del">
        <pc:chgData name="Wekoslav Stefanovski" userId="bb32c3697bb3823c" providerId="LiveId" clId="{2EB2C19C-2431-4F49-B6FF-71582839CB0B}" dt="2023-10-16T13:13:51.539" v="12" actId="47"/>
        <pc:sldMkLst>
          <pc:docMk/>
          <pc:sldMk cId="2175785782" sldId="268"/>
        </pc:sldMkLst>
      </pc:sldChg>
      <pc:sldChg chg="modSp add mod">
        <pc:chgData name="Wekoslav Stefanovski" userId="bb32c3697bb3823c" providerId="LiveId" clId="{2EB2C19C-2431-4F49-B6FF-71582839CB0B}" dt="2023-10-16T13:25:40.970" v="991" actId="20577"/>
        <pc:sldMkLst>
          <pc:docMk/>
          <pc:sldMk cId="2702450767" sldId="268"/>
        </pc:sldMkLst>
      </pc:sldChg>
      <pc:sldChg chg="del">
        <pc:chgData name="Wekoslav Stefanovski" userId="bb32c3697bb3823c" providerId="LiveId" clId="{2EB2C19C-2431-4F49-B6FF-71582839CB0B}" dt="2023-10-16T13:13:52.134" v="13" actId="47"/>
        <pc:sldMkLst>
          <pc:docMk/>
          <pc:sldMk cId="3174978517" sldId="269"/>
        </pc:sldMkLst>
      </pc:sldChg>
      <pc:sldChg chg="del">
        <pc:chgData name="Wekoslav Stefanovski" userId="bb32c3697bb3823c" providerId="LiveId" clId="{2EB2C19C-2431-4F49-B6FF-71582839CB0B}" dt="2023-10-16T13:13:52.236" v="14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2EB2C19C-2431-4F49-B6FF-71582839CB0B}" dt="2023-10-16T13:13:52.759" v="15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2EB2C19C-2431-4F49-B6FF-71582839CB0B}" dt="2023-10-16T13:13:52.854" v="16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2EB2C19C-2431-4F49-B6FF-71582839CB0B}" dt="2023-10-16T13:13:53.290" v="17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2EB2C19C-2431-4F49-B6FF-71582839CB0B}" dt="2023-10-16T13:13:53.413" v="18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2EB2C19C-2431-4F49-B6FF-71582839CB0B}" dt="2023-10-16T13:13:54.101" v="19" actId="47"/>
        <pc:sldMkLst>
          <pc:docMk/>
          <pc:sldMk cId="1689881419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#08 - Advanced TypeScript Features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Interfaces and Type Aliases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Enums and Generics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Union and Intersection Types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Decorators and Advanced Types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Using TypeScript in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Define the structure of an object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Property names and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Method names and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Function interfaces</a:t>
            </a:r>
          </a:p>
        </p:txBody>
      </p:sp>
    </p:spTree>
    <p:extLst>
      <p:ext uri="{BB962C8B-B14F-4D97-AF65-F5344CB8AC3E}">
        <p14:creationId xmlns:p14="http://schemas.microsoft.com/office/powerpoint/2010/main" val="111171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Type Aliases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Similar to interfaces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More powerful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Union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Intersection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Function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Advanced type definitions</a:t>
            </a:r>
          </a:p>
          <a:p>
            <a:pPr marL="0" indent="0" algn="l">
              <a:spcBef>
                <a:spcPts val="2400"/>
              </a:spcBef>
              <a:buNone/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10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Enums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Enumerated and named set of values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Integer based </a:t>
            </a:r>
            <a:r>
              <a:rPr lang="en-US" sz="2800" dirty="0" err="1">
                <a:latin typeface="Abadi" panose="020B0604020104020204" pitchFamily="34" charset="0"/>
              </a:rPr>
              <a:t>enums</a:t>
            </a:r>
            <a:endParaRPr lang="en-US" sz="2800" dirty="0">
              <a:latin typeface="Abadi" panose="020B0604020104020204" pitchFamily="34" charset="0"/>
            </a:endParaRP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String based </a:t>
            </a:r>
            <a:r>
              <a:rPr lang="en-US" sz="2800" dirty="0" err="1">
                <a:latin typeface="Abadi" panose="020B0604020104020204" pitchFamily="34" charset="0"/>
              </a:rPr>
              <a:t>enums</a:t>
            </a:r>
            <a:endParaRPr lang="en-US" sz="2800" dirty="0">
              <a:latin typeface="Abadi" panose="020B0604020104020204" pitchFamily="34" charset="0"/>
            </a:endParaRP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Alternative: </a:t>
            </a:r>
            <a:r>
              <a:rPr lang="en-US" sz="2800">
                <a:latin typeface="Abadi" panose="020B0604020104020204" pitchFamily="34" charset="0"/>
              </a:rPr>
              <a:t>string literal unions</a:t>
            </a:r>
            <a:endParaRPr lang="en-US" sz="2800" dirty="0">
              <a:latin typeface="Abadi" panose="020B0604020104020204" pitchFamily="34" charset="0"/>
            </a:endParaRP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55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Types that can be used with different other types, think Array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Uses type as parameter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Powerful, but error-prone approach</a:t>
            </a:r>
          </a:p>
          <a:p>
            <a:pPr marL="0" indent="0" algn="l">
              <a:spcBef>
                <a:spcPts val="2400"/>
              </a:spcBef>
              <a:buNone/>
            </a:pPr>
            <a:endParaRPr lang="en-US" sz="2800" dirty="0">
              <a:latin typeface="Abadi" panose="020B0604020104020204" pitchFamily="34" charset="0"/>
            </a:endParaRP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Union and Intersection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Commonly used pattern in JavaScript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Unions - any of multiple types fits the type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Discriminated unions and inference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Intersections - making a type out of different parts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Abadi" panose="020B0604020104020204" pitchFamily="34" charset="0"/>
            </a:endParaRP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Abadi" panose="020B0604020104020204" pitchFamily="34" charset="0"/>
            </a:endParaRP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75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Decorators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Addresses metadata and cross-cutting concerns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Very easy to use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Very difficult to implement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Heavily used by frameworks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Weird in both JavaScript and TypeScript</a:t>
            </a:r>
          </a:p>
        </p:txBody>
      </p:sp>
    </p:spTree>
    <p:extLst>
      <p:ext uri="{BB962C8B-B14F-4D97-AF65-F5344CB8AC3E}">
        <p14:creationId xmlns:p14="http://schemas.microsoft.com/office/powerpoint/2010/main" val="3800168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Advanced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Utility Types (Partial, Pick, Omit … 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badi" panose="020B0604020104020204" pitchFamily="34" charset="0"/>
              </a:rPr>
              <a:t>Keyof</a:t>
            </a:r>
            <a:r>
              <a:rPr lang="en-US" sz="2800" dirty="0">
                <a:latin typeface="Abadi" panose="020B0604020104020204" pitchFamily="34" charset="0"/>
              </a:rPr>
              <a:t> Type Operator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badi" panose="020B0604020104020204" pitchFamily="34" charset="0"/>
              </a:rPr>
              <a:t>Typeof</a:t>
            </a:r>
            <a:r>
              <a:rPr lang="en-US" sz="2800" dirty="0">
                <a:latin typeface="Abadi" panose="020B0604020104020204" pitchFamily="34" charset="0"/>
              </a:rPr>
              <a:t> Type Operator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Indexed Access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Conditional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Mapped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Template Literal Types</a:t>
            </a:r>
          </a:p>
        </p:txBody>
      </p:sp>
    </p:spTree>
    <p:extLst>
      <p:ext uri="{BB962C8B-B14F-4D97-AF65-F5344CB8AC3E}">
        <p14:creationId xmlns:p14="http://schemas.microsoft.com/office/powerpoint/2010/main" val="61196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Single file vs Multi file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Modules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export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import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import type</a:t>
            </a:r>
          </a:p>
          <a:p>
            <a:pPr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Namespaces (legacy)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45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18</TotalTime>
  <Words>257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Abadi</vt:lpstr>
      <vt:lpstr>Arial</vt:lpstr>
      <vt:lpstr>Calibri</vt:lpstr>
      <vt:lpstr>Calibri Light</vt:lpstr>
      <vt:lpstr>Office Theme</vt:lpstr>
      <vt:lpstr>Internet Programming</vt:lpstr>
      <vt:lpstr>Agenda</vt:lpstr>
      <vt:lpstr>Interfaces</vt:lpstr>
      <vt:lpstr>Type Aliases</vt:lpstr>
      <vt:lpstr>Enums</vt:lpstr>
      <vt:lpstr>Generics</vt:lpstr>
      <vt:lpstr>Union and Intersection Types</vt:lpstr>
      <vt:lpstr>Decorators</vt:lpstr>
      <vt:lpstr>Advanced types</vt:lpstr>
      <vt:lpstr>Modules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9</cp:revision>
  <dcterms:created xsi:type="dcterms:W3CDTF">2023-10-16T13:12:39Z</dcterms:created>
  <dcterms:modified xsi:type="dcterms:W3CDTF">2026-10-19T16:10:26Z</dcterms:modified>
</cp:coreProperties>
</file>