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54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41D111B1-3C16-4AE0-8FA2-C56B63463518}"/>
    <pc:docChg chg="undo custSel modSld">
      <pc:chgData name="Wekoslav Stefanovski" userId="bb32c3697bb3823c" providerId="LiveId" clId="{41D111B1-3C16-4AE0-8FA2-C56B63463518}" dt="2024-09-26T16:55:13.849" v="7"/>
      <pc:docMkLst>
        <pc:docMk/>
      </pc:docMkLst>
      <pc:sldChg chg="modSp mod">
        <pc:chgData name="Wekoslav Stefanovski" userId="bb32c3697bb3823c" providerId="LiveId" clId="{41D111B1-3C16-4AE0-8FA2-C56B63463518}" dt="2024-09-26T16:55:13.849" v="7"/>
        <pc:sldMkLst>
          <pc:docMk/>
          <pc:sldMk cId="2637289428" sldId="259"/>
        </pc:sldMkLst>
      </pc:sldChg>
    </pc:docChg>
  </pc:docChgLst>
  <pc:docChgLst>
    <pc:chgData name="Wekoslav Stefanovski" userId="bb32c3697bb3823c" providerId="LiveId" clId="{AEAF598E-45F4-4110-AEF3-27241C7721B5}"/>
    <pc:docChg chg="custSel addSld modSld">
      <pc:chgData name="Wekoslav Stefanovski" userId="bb32c3697bb3823c" providerId="LiveId" clId="{AEAF598E-45F4-4110-AEF3-27241C7721B5}" dt="2023-09-25T11:48:40.367" v="130" actId="6549"/>
      <pc:docMkLst>
        <pc:docMk/>
      </pc:docMkLst>
      <pc:sldChg chg="modSp mod">
        <pc:chgData name="Wekoslav Stefanovski" userId="bb32c3697bb3823c" providerId="LiveId" clId="{AEAF598E-45F4-4110-AEF3-27241C7721B5}" dt="2023-09-25T11:45:56.597" v="63" actId="20577"/>
        <pc:sldMkLst>
          <pc:docMk/>
          <pc:sldMk cId="1651794133" sldId="263"/>
        </pc:sldMkLst>
      </pc:sldChg>
      <pc:sldChg chg="modSp add mod setBg">
        <pc:chgData name="Wekoslav Stefanovski" userId="bb32c3697bb3823c" providerId="LiveId" clId="{AEAF598E-45F4-4110-AEF3-27241C7721B5}" dt="2023-09-25T11:45:59.989" v="66" actId="20577"/>
        <pc:sldMkLst>
          <pc:docMk/>
          <pc:sldMk cId="2111087669" sldId="264"/>
        </pc:sldMkLst>
      </pc:sldChg>
      <pc:sldChg chg="modSp add mod">
        <pc:chgData name="Wekoslav Stefanovski" userId="bb32c3697bb3823c" providerId="LiveId" clId="{AEAF598E-45F4-4110-AEF3-27241C7721B5}" dt="2023-09-25T11:46:03.982" v="69" actId="20577"/>
        <pc:sldMkLst>
          <pc:docMk/>
          <pc:sldMk cId="766168247" sldId="265"/>
        </pc:sldMkLst>
      </pc:sldChg>
      <pc:sldChg chg="modSp add mod">
        <pc:chgData name="Wekoslav Stefanovski" userId="bb32c3697bb3823c" providerId="LiveId" clId="{AEAF598E-45F4-4110-AEF3-27241C7721B5}" dt="2023-09-25T11:46:28.607" v="75" actId="20577"/>
        <pc:sldMkLst>
          <pc:docMk/>
          <pc:sldMk cId="1551970889" sldId="266"/>
        </pc:sldMkLst>
      </pc:sldChg>
      <pc:sldChg chg="modSp add mod">
        <pc:chgData name="Wekoslav Stefanovski" userId="bb32c3697bb3823c" providerId="LiveId" clId="{AEAF598E-45F4-4110-AEF3-27241C7721B5}" dt="2023-09-25T11:47:04.029" v="83" actId="20577"/>
        <pc:sldMkLst>
          <pc:docMk/>
          <pc:sldMk cId="2273421204" sldId="267"/>
        </pc:sldMkLst>
      </pc:sldChg>
      <pc:sldChg chg="modSp add mod">
        <pc:chgData name="Wekoslav Stefanovski" userId="bb32c3697bb3823c" providerId="LiveId" clId="{AEAF598E-45F4-4110-AEF3-27241C7721B5}" dt="2023-09-25T11:47:51.478" v="100" actId="20577"/>
        <pc:sldMkLst>
          <pc:docMk/>
          <pc:sldMk cId="3940621416" sldId="268"/>
        </pc:sldMkLst>
      </pc:sldChg>
      <pc:sldChg chg="modSp add mod">
        <pc:chgData name="Wekoslav Stefanovski" userId="bb32c3697bb3823c" providerId="LiveId" clId="{AEAF598E-45F4-4110-AEF3-27241C7721B5}" dt="2023-09-25T11:48:40.367" v="130" actId="6549"/>
        <pc:sldMkLst>
          <pc:docMk/>
          <pc:sldMk cId="1692061311" sldId="269"/>
        </pc:sldMkLst>
      </pc:sldChg>
    </pc:docChg>
  </pc:docChgLst>
  <pc:docChgLst>
    <pc:chgData name="Wekoslav Stefanovski" userId="bb32c3697bb3823c" providerId="LiveId" clId="{4CB54BE4-A361-4132-878E-F443C8465F0E}"/>
    <pc:docChg chg="modSld">
      <pc:chgData name="Wekoslav Stefanovski" userId="bb32c3697bb3823c" providerId="LiveId" clId="{4CB54BE4-A361-4132-878E-F443C8465F0E}" dt="2025-09-24T12:50:18.831" v="2" actId="20577"/>
      <pc:docMkLst>
        <pc:docMk/>
      </pc:docMkLst>
      <pc:sldChg chg="modSp mod">
        <pc:chgData name="Wekoslav Stefanovski" userId="bb32c3697bb3823c" providerId="LiveId" clId="{4CB54BE4-A361-4132-878E-F443C8465F0E}" dt="2025-09-24T12:50:18.831" v="2" actId="20577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09-24T12:50:18.831" v="2" actId="20577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5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Exercises #01</a:t>
            </a: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47" y="424947"/>
            <a:ext cx="10937905" cy="1325563"/>
          </a:xfrm>
        </p:spPr>
        <p:txBody>
          <a:bodyPr/>
          <a:lstStyle/>
          <a:p>
            <a:pPr algn="ctr"/>
            <a:r>
              <a:rPr lang="en-US" sz="2800" dirty="0">
                <a:latin typeface="Abadi" panose="020B0604020104020204" pitchFamily="34" charset="0"/>
                <a:ea typeface="+mn-ea"/>
                <a:cs typeface="+mn-cs"/>
              </a:rPr>
              <a:t>1. Setting Up a Development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882" y="2167456"/>
            <a:ext cx="5922236" cy="23874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Set up a basic web development environment on their computers. This includes installing a text editor (e.g., Visual Studio Code) and a web browser (e.g., Google Chrome)</a:t>
            </a:r>
          </a:p>
        </p:txBody>
      </p:sp>
    </p:spTree>
    <p:extLst>
      <p:ext uri="{BB962C8B-B14F-4D97-AF65-F5344CB8AC3E}">
        <p14:creationId xmlns:p14="http://schemas.microsoft.com/office/powerpoint/2010/main" val="165179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47" y="424947"/>
            <a:ext cx="10937905" cy="1325563"/>
          </a:xfrm>
        </p:spPr>
        <p:txBody>
          <a:bodyPr/>
          <a:lstStyle/>
          <a:p>
            <a:pPr algn="ctr"/>
            <a:r>
              <a:rPr lang="en-US" sz="2800" dirty="0">
                <a:latin typeface="Abadi" panose="020B0604020104020204" pitchFamily="34" charset="0"/>
                <a:ea typeface="+mn-ea"/>
                <a:cs typeface="+mn-cs"/>
              </a:rPr>
              <a:t>2. Creating a Simple HTML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882" y="2167456"/>
            <a:ext cx="5922236" cy="23874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 basic HTML webpage with a title, headings, paragraphs, and links. Analyze and understand the structure of the document</a:t>
            </a:r>
          </a:p>
        </p:txBody>
      </p:sp>
    </p:spTree>
    <p:extLst>
      <p:ext uri="{BB962C8B-B14F-4D97-AF65-F5344CB8AC3E}">
        <p14:creationId xmlns:p14="http://schemas.microsoft.com/office/powerpoint/2010/main" val="2111087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47" y="424947"/>
            <a:ext cx="10937905" cy="1325563"/>
          </a:xfrm>
        </p:spPr>
        <p:txBody>
          <a:bodyPr/>
          <a:lstStyle/>
          <a:p>
            <a:pPr algn="ctr"/>
            <a:r>
              <a:rPr lang="en-US" sz="2800" dirty="0">
                <a:latin typeface="Abadi" panose="020B0604020104020204" pitchFamily="34" charset="0"/>
                <a:ea typeface="+mn-ea"/>
                <a:cs typeface="+mn-cs"/>
              </a:rPr>
              <a:t>3. JavaScript Console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882" y="2167456"/>
            <a:ext cx="5922236" cy="23874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Open the browser's developer console. Experiment with simple JavaScript commands.</a:t>
            </a:r>
          </a:p>
        </p:txBody>
      </p:sp>
    </p:spTree>
    <p:extLst>
      <p:ext uri="{BB962C8B-B14F-4D97-AF65-F5344CB8AC3E}">
        <p14:creationId xmlns:p14="http://schemas.microsoft.com/office/powerpoint/2010/main" val="766168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47" y="424947"/>
            <a:ext cx="10937905" cy="1325563"/>
          </a:xfrm>
        </p:spPr>
        <p:txBody>
          <a:bodyPr/>
          <a:lstStyle/>
          <a:p>
            <a:pPr algn="ctr"/>
            <a:r>
              <a:rPr lang="en-US" sz="2800" dirty="0">
                <a:latin typeface="Abadi" panose="020B0604020104020204" pitchFamily="34" charset="0"/>
                <a:ea typeface="+mn-ea"/>
                <a:cs typeface="+mn-cs"/>
              </a:rPr>
              <a:t>4. Understanding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882" y="2167456"/>
            <a:ext cx="5922236" cy="23874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Use the browser's developer tools to inspect network requests when loading a webpage. Look at request headers, response headers, and content.</a:t>
            </a:r>
          </a:p>
        </p:txBody>
      </p:sp>
    </p:spTree>
    <p:extLst>
      <p:ext uri="{BB962C8B-B14F-4D97-AF65-F5344CB8AC3E}">
        <p14:creationId xmlns:p14="http://schemas.microsoft.com/office/powerpoint/2010/main" val="1551970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47" y="424947"/>
            <a:ext cx="10937905" cy="1325563"/>
          </a:xfrm>
        </p:spPr>
        <p:txBody>
          <a:bodyPr/>
          <a:lstStyle/>
          <a:p>
            <a:pPr algn="ctr"/>
            <a:r>
              <a:rPr lang="en-US" sz="2800" dirty="0">
                <a:latin typeface="Abadi" panose="020B0604020104020204" pitchFamily="34" charset="0"/>
                <a:ea typeface="+mn-ea"/>
                <a:cs typeface="+mn-cs"/>
              </a:rPr>
              <a:t>5. JavaScript Variables and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882" y="2167456"/>
            <a:ext cx="5922236" cy="23874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Assign variables and explore different data types (e.g., numbers, strings, </a:t>
            </a:r>
            <a:r>
              <a:rPr lang="en-US" sz="2800" dirty="0" err="1">
                <a:latin typeface="Abadi" panose="020B0604020104020204" pitchFamily="34" charset="0"/>
              </a:rPr>
              <a:t>booleans</a:t>
            </a:r>
            <a:r>
              <a:rPr lang="en-US" sz="2800" dirty="0">
                <a:latin typeface="Abadi" panose="020B0604020104020204" pitchFamily="34" charset="0"/>
              </a:rPr>
              <a:t>, arrays) in JavaScript. Experiment with variable assignments and type conversions.</a:t>
            </a:r>
          </a:p>
        </p:txBody>
      </p:sp>
    </p:spTree>
    <p:extLst>
      <p:ext uri="{BB962C8B-B14F-4D97-AF65-F5344CB8AC3E}">
        <p14:creationId xmlns:p14="http://schemas.microsoft.com/office/powerpoint/2010/main" val="2273421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47" y="424947"/>
            <a:ext cx="10937905" cy="1325563"/>
          </a:xfrm>
        </p:spPr>
        <p:txBody>
          <a:bodyPr/>
          <a:lstStyle/>
          <a:p>
            <a:pPr algn="ctr"/>
            <a:r>
              <a:rPr lang="en-US" sz="2800" dirty="0">
                <a:latin typeface="Abadi" panose="020B0604020104020204" pitchFamily="34" charset="0"/>
                <a:ea typeface="+mn-ea"/>
                <a:cs typeface="+mn-cs"/>
              </a:rPr>
              <a:t>6. Basic JavaScript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882" y="2167456"/>
            <a:ext cx="5922236" cy="23874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simple functions that perform calculations or manipulate strings. Analyze the use of parameters and return statements.</a:t>
            </a:r>
          </a:p>
        </p:txBody>
      </p:sp>
    </p:spTree>
    <p:extLst>
      <p:ext uri="{BB962C8B-B14F-4D97-AF65-F5344CB8AC3E}">
        <p14:creationId xmlns:p14="http://schemas.microsoft.com/office/powerpoint/2010/main" val="3940621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47" y="424947"/>
            <a:ext cx="10937905" cy="1325563"/>
          </a:xfrm>
        </p:spPr>
        <p:txBody>
          <a:bodyPr/>
          <a:lstStyle/>
          <a:p>
            <a:pPr algn="ctr"/>
            <a:r>
              <a:rPr lang="en-US" sz="2800" dirty="0">
                <a:latin typeface="Abadi" panose="020B0604020104020204" pitchFamily="34" charset="0"/>
                <a:ea typeface="+mn-ea"/>
                <a:cs typeface="+mn-cs"/>
              </a:rPr>
              <a:t>7. DOM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882" y="2167456"/>
            <a:ext cx="5922236" cy="23874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For a given web page, use JavaScript to manipulate the DOM. E.g., change the text of an HTML element or hide/show </a:t>
            </a:r>
            <a:r>
              <a:rPr lang="en-US" sz="2800">
                <a:latin typeface="Abadi" panose="020B0604020104020204" pitchFamily="34" charset="0"/>
              </a:rPr>
              <a:t>elements dynamically</a:t>
            </a:r>
            <a:endParaRPr lang="en-US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061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5"/>
              </a:rPr>
              <a:t>https://github.com/sweko/uacs-internet-programming-2025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badi" panose="020B0604020104020204" pitchFamily="34" charset="0"/>
              </a:rPr>
              <a:t>(note that you’ll need access to the GitHub repo, the instructions are available on Discord)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 - Exercises.potx" id="{4F52ABC8-5823-455C-A083-6029444B9555}" vid="{41067C0B-97D4-4366-94AA-021CCE2DA4DB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</TotalTime>
  <Words>298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Abadi</vt:lpstr>
      <vt:lpstr>Arial</vt:lpstr>
      <vt:lpstr>Calibri</vt:lpstr>
      <vt:lpstr>Calibri Light</vt:lpstr>
      <vt:lpstr>Office Theme</vt:lpstr>
      <vt:lpstr>Internet Programming</vt:lpstr>
      <vt:lpstr>1. Setting Up a Development Environment</vt:lpstr>
      <vt:lpstr>2. Creating a Simple HTML Page</vt:lpstr>
      <vt:lpstr>3. JavaScript Console Interaction</vt:lpstr>
      <vt:lpstr>4. Understanding HTTP</vt:lpstr>
      <vt:lpstr>5. JavaScript Variables and Data Types</vt:lpstr>
      <vt:lpstr>6. Basic JavaScript Functions</vt:lpstr>
      <vt:lpstr>7. DOM Manipulation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1</cp:revision>
  <dcterms:created xsi:type="dcterms:W3CDTF">2023-09-25T11:41:55Z</dcterms:created>
  <dcterms:modified xsi:type="dcterms:W3CDTF">2025-09-24T12:53:40Z</dcterms:modified>
</cp:coreProperties>
</file>