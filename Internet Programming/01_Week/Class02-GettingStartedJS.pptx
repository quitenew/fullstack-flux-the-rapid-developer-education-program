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7" r:id="rId9"/>
    <p:sldId id="268" r:id="rId10"/>
    <p:sldId id="269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564E6284-6341-44AC-9405-D40840C224C0}"/>
    <pc:docChg chg="undo custSel addSld delSld modSld">
      <pc:chgData name="Wekoslav Stefanovski" userId="bb32c3697bb3823c" providerId="LiveId" clId="{564E6284-6341-44AC-9405-D40840C224C0}" dt="2023-09-25T11:14:58.941" v="1382" actId="20577"/>
      <pc:docMkLst>
        <pc:docMk/>
      </pc:docMkLst>
      <pc:sldChg chg="del">
        <pc:chgData name="Wekoslav Stefanovski" userId="bb32c3697bb3823c" providerId="LiveId" clId="{564E6284-6341-44AC-9405-D40840C224C0}" dt="2023-09-24T19:51:54.710" v="0" actId="47"/>
        <pc:sldMkLst>
          <pc:docMk/>
          <pc:sldMk cId="3373928603" sldId="258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111713007" sldId="260"/>
        </pc:sldMkLst>
      </pc:sldChg>
      <pc:sldChg chg="modSp mod">
        <pc:chgData name="Wekoslav Stefanovski" userId="bb32c3697bb3823c" providerId="LiveId" clId="{564E6284-6341-44AC-9405-D40840C224C0}" dt="2023-09-24T19:53:27.886" v="19" actId="2710"/>
        <pc:sldMkLst>
          <pc:docMk/>
          <pc:sldMk cId="2371489617" sldId="261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2979636932" sldId="262"/>
        </pc:sldMkLst>
      </pc:sldChg>
      <pc:sldChg chg="modSp add mod">
        <pc:chgData name="Wekoslav Stefanovski" userId="bb32c3697bb3823c" providerId="LiveId" clId="{564E6284-6341-44AC-9405-D40840C224C0}" dt="2023-09-25T09:24:00.396" v="109" actId="27636"/>
        <pc:sldMkLst>
          <pc:docMk/>
          <pc:sldMk cId="3254139648" sldId="262"/>
        </pc:sldMkLst>
      </pc:sldChg>
      <pc:sldChg chg="modSp add mod">
        <pc:chgData name="Wekoslav Stefanovski" userId="bb32c3697bb3823c" providerId="LiveId" clId="{564E6284-6341-44AC-9405-D40840C224C0}" dt="2023-09-25T09:26:58.941" v="300" actId="20577"/>
        <pc:sldMkLst>
          <pc:docMk/>
          <pc:sldMk cId="1449134048" sldId="263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651794133" sldId="263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141998883" sldId="264"/>
        </pc:sldMkLst>
      </pc:sldChg>
      <pc:sldChg chg="modSp add mod">
        <pc:chgData name="Wekoslav Stefanovski" userId="bb32c3697bb3823c" providerId="LiveId" clId="{564E6284-6341-44AC-9405-D40840C224C0}" dt="2023-09-25T09:32:43.592" v="656" actId="33524"/>
        <pc:sldMkLst>
          <pc:docMk/>
          <pc:sldMk cId="1477300410" sldId="264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4061125613" sldId="265"/>
        </pc:sldMkLst>
      </pc:sldChg>
      <pc:sldChg chg="modSp add mod">
        <pc:chgData name="Wekoslav Stefanovski" userId="bb32c3697bb3823c" providerId="LiveId" clId="{564E6284-6341-44AC-9405-D40840C224C0}" dt="2023-09-25T10:54:36.698" v="965" actId="108"/>
        <pc:sldMkLst>
          <pc:docMk/>
          <pc:sldMk cId="4195532597" sldId="265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2391434308" sldId="266"/>
        </pc:sldMkLst>
      </pc:sldChg>
      <pc:sldChg chg="add">
        <pc:chgData name="Wekoslav Stefanovski" userId="bb32c3697bb3823c" providerId="LiveId" clId="{564E6284-6341-44AC-9405-D40840C224C0}" dt="2023-09-25T11:07:31.233" v="966" actId="2890"/>
        <pc:sldMkLst>
          <pc:docMk/>
          <pc:sldMk cId="3799323931" sldId="266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214594250" sldId="267"/>
        </pc:sldMkLst>
      </pc:sldChg>
      <pc:sldChg chg="modSp add mod">
        <pc:chgData name="Wekoslav Stefanovski" userId="bb32c3697bb3823c" providerId="LiveId" clId="{564E6284-6341-44AC-9405-D40840C224C0}" dt="2023-09-25T11:13:05.061" v="1248" actId="20577"/>
        <pc:sldMkLst>
          <pc:docMk/>
          <pc:sldMk cId="4012870821" sldId="267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2175785782" sldId="268"/>
        </pc:sldMkLst>
      </pc:sldChg>
      <pc:sldChg chg="modSp add mod">
        <pc:chgData name="Wekoslav Stefanovski" userId="bb32c3697bb3823c" providerId="LiveId" clId="{564E6284-6341-44AC-9405-D40840C224C0}" dt="2023-09-25T11:13:57.276" v="1293" actId="20577"/>
        <pc:sldMkLst>
          <pc:docMk/>
          <pc:sldMk cId="2595567201" sldId="268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3174978517" sldId="269"/>
        </pc:sldMkLst>
      </pc:sldChg>
      <pc:sldChg chg="modSp add mod">
        <pc:chgData name="Wekoslav Stefanovski" userId="bb32c3697bb3823c" providerId="LiveId" clId="{564E6284-6341-44AC-9405-D40840C224C0}" dt="2023-09-25T11:14:58.941" v="1382" actId="20577"/>
        <pc:sldMkLst>
          <pc:docMk/>
          <pc:sldMk cId="3241940215" sldId="269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564E6284-6341-44AC-9405-D40840C224C0}" dt="2023-09-24T19:52:01.405" v="1" actId="47"/>
        <pc:sldMkLst>
          <pc:docMk/>
          <pc:sldMk cId="1689881419" sldId="275"/>
        </pc:sldMkLst>
      </pc:sldChg>
    </pc:docChg>
  </pc:docChgLst>
  <pc:docChgLst>
    <pc:chgData name="Wekoslav Stefanovski" userId="bb32c3697bb3823c" providerId="LiveId" clId="{4CB54BE4-A361-4132-878E-F443C8465F0E}"/>
    <pc:docChg chg="undo custSel modSld">
      <pc:chgData name="Wekoslav Stefanovski" userId="bb32c3697bb3823c" providerId="LiveId" clId="{4CB54BE4-A361-4132-878E-F443C8465F0E}" dt="2025-09-24T12:49:20.760" v="55" actId="20577"/>
      <pc:docMkLst>
        <pc:docMk/>
      </pc:docMkLst>
      <pc:sldChg chg="modSp mod">
        <pc:chgData name="Wekoslav Stefanovski" userId="bb32c3697bb3823c" providerId="LiveId" clId="{4CB54BE4-A361-4132-878E-F443C8465F0E}" dt="2025-09-24T12:49:20.760" v="55" actId="20577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09-24T12:49:20.760" v="55" actId="20577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FF7FFC6D-CCA5-4245-A292-D9EFB744BE22}"/>
    <pc:docChg chg="modSld">
      <pc:chgData name="Wekoslav Stefanovski" userId="bb32c3697bb3823c" providerId="LiveId" clId="{FF7FFC6D-CCA5-4245-A292-D9EFB744BE22}" dt="2024-09-26T16:54:39.703" v="14" actId="5793"/>
      <pc:docMkLst>
        <pc:docMk/>
      </pc:docMkLst>
      <pc:sldChg chg="modSp mod">
        <pc:chgData name="Wekoslav Stefanovski" userId="bb32c3697bb3823c" providerId="LiveId" clId="{FF7FFC6D-CCA5-4245-A292-D9EFB744BE22}" dt="2024-09-26T16:54:39.703" v="14" actId="5793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</a:t>
            </a:r>
            <a:r>
              <a:rPr lang="mk-MK" sz="3200" dirty="0">
                <a:latin typeface="Abadi" panose="020B0604020104020204" pitchFamily="34" charset="0"/>
              </a:rPr>
              <a:t>2</a:t>
            </a:r>
            <a:r>
              <a:rPr lang="en-US" sz="3200" dirty="0">
                <a:latin typeface="Abadi" panose="020B0604020104020204" pitchFamily="34" charset="0"/>
              </a:rPr>
              <a:t>- Getting Started with JavaScript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Introduction to JavaScript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Variables, Data Types, and Operators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Writing Your First JavaScript Code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Debugging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History of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Origins in the First Browser War (1990s)</a:t>
            </a:r>
          </a:p>
          <a:p>
            <a:r>
              <a:rPr lang="en-US" sz="2800" dirty="0">
                <a:latin typeface="Abadi" panose="020B0604020104020204" pitchFamily="34" charset="0"/>
              </a:rPr>
              <a:t>Netscape's Creation of </a:t>
            </a:r>
            <a:r>
              <a:rPr lang="en-US" sz="2800" dirty="0" err="1">
                <a:latin typeface="Abadi" panose="020B0604020104020204" pitchFamily="34" charset="0"/>
              </a:rPr>
              <a:t>LiveScript</a:t>
            </a:r>
            <a:r>
              <a:rPr lang="en-US" sz="2800" dirty="0">
                <a:latin typeface="Abadi" panose="020B0604020104020204" pitchFamily="34" charset="0"/>
              </a:rPr>
              <a:t> (1995)</a:t>
            </a:r>
          </a:p>
          <a:p>
            <a:r>
              <a:rPr lang="en-US" sz="2800" dirty="0">
                <a:latin typeface="Abadi" panose="020B0604020104020204" pitchFamily="34" charset="0"/>
              </a:rPr>
              <a:t>Renaming to JavaScript (1995)</a:t>
            </a:r>
          </a:p>
          <a:p>
            <a:r>
              <a:rPr lang="en-US" sz="2800" dirty="0">
                <a:latin typeface="Abadi" panose="020B0604020104020204" pitchFamily="34" charset="0"/>
              </a:rPr>
              <a:t>Standardization (ECMAScript)</a:t>
            </a:r>
          </a:p>
          <a:p>
            <a:r>
              <a:rPr lang="en-US" sz="2800" dirty="0">
                <a:latin typeface="Abadi" panose="020B0604020104020204" pitchFamily="34" charset="0"/>
              </a:rPr>
              <a:t>Microsoft's JScript (1996)</a:t>
            </a:r>
          </a:p>
          <a:p>
            <a:r>
              <a:rPr lang="en-US" sz="2800" dirty="0">
                <a:latin typeface="Abadi" panose="020B0604020104020204" pitchFamily="34" charset="0"/>
              </a:rPr>
              <a:t>JavaScript Proliferation (Late 1990s)</a:t>
            </a:r>
          </a:p>
          <a:p>
            <a:r>
              <a:rPr lang="en-US" sz="2800" dirty="0">
                <a:latin typeface="Abadi" panose="020B0604020104020204" pitchFamily="34" charset="0"/>
              </a:rPr>
              <a:t>JavaScript Beyond the Browser (Early 2000s)</a:t>
            </a:r>
          </a:p>
          <a:p>
            <a:r>
              <a:rPr lang="de-DE" sz="2800" dirty="0">
                <a:latin typeface="Abadi" panose="020B0604020104020204" pitchFamily="34" charset="0"/>
              </a:rPr>
              <a:t>Modern JavaScript and ES6 (2015)</a:t>
            </a:r>
          </a:p>
          <a:p>
            <a:r>
              <a:rPr lang="en-US" sz="2800" dirty="0">
                <a:latin typeface="Abadi" panose="020B0604020104020204" pitchFamily="34" charset="0"/>
              </a:rPr>
              <a:t>Frameworks and Libraries (2010s - Present)</a:t>
            </a:r>
          </a:p>
          <a:p>
            <a:r>
              <a:rPr lang="en-US" sz="2800" dirty="0">
                <a:latin typeface="Abadi" panose="020B0604020104020204" pitchFamily="34" charset="0"/>
              </a:rPr>
              <a:t>The JavaScript Ecosystem Today</a:t>
            </a:r>
          </a:p>
          <a:p>
            <a:endParaRPr lang="en-US" sz="8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13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JavaScript: The Language of the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Scripting language (</a:t>
            </a:r>
            <a:r>
              <a:rPr lang="en-US" sz="2800" dirty="0" err="1">
                <a:latin typeface="Abadi" panose="020B0604020104020204" pitchFamily="34" charset="0"/>
              </a:rPr>
              <a:t>a.k.a</a:t>
            </a:r>
            <a:r>
              <a:rPr lang="en-US" sz="2800" dirty="0">
                <a:latin typeface="Abadi" panose="020B0604020104020204" pitchFamily="34" charset="0"/>
              </a:rPr>
              <a:t> Interpreted Language)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Browsers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Node / </a:t>
            </a:r>
            <a:r>
              <a:rPr lang="en-US" sz="2500" dirty="0" err="1">
                <a:latin typeface="Abadi" panose="020B0604020104020204" pitchFamily="34" charset="0"/>
              </a:rPr>
              <a:t>Deno</a:t>
            </a:r>
            <a:r>
              <a:rPr lang="en-US" sz="2500" dirty="0">
                <a:latin typeface="Abadi" panose="020B0604020104020204" pitchFamily="34" charset="0"/>
              </a:rPr>
              <a:t> / Bun</a:t>
            </a:r>
          </a:p>
          <a:p>
            <a:r>
              <a:rPr lang="en-US" sz="2800" dirty="0">
                <a:latin typeface="Abadi" panose="020B0604020104020204" pitchFamily="34" charset="0"/>
              </a:rPr>
              <a:t>Dynamic typing</a:t>
            </a:r>
          </a:p>
          <a:p>
            <a:r>
              <a:rPr lang="en-US" sz="2800" dirty="0">
                <a:latin typeface="Abadi" panose="020B0604020104020204" pitchFamily="34" charset="0"/>
              </a:rPr>
              <a:t>Prototypal Inheritance</a:t>
            </a:r>
          </a:p>
          <a:p>
            <a:r>
              <a:rPr lang="en-US" sz="2800" dirty="0">
                <a:latin typeface="Abadi" panose="020B0604020104020204" pitchFamily="34" charset="0"/>
              </a:rPr>
              <a:t>Single-threaded execution model</a:t>
            </a:r>
          </a:p>
          <a:p>
            <a:r>
              <a:rPr lang="en-US" sz="2800" dirty="0">
                <a:latin typeface="Abadi" panose="020B0604020104020204" pitchFamily="34" charset="0"/>
              </a:rPr>
              <a:t>Event-driven</a:t>
            </a:r>
          </a:p>
          <a:p>
            <a:pPr marL="685800" lvl="2" indent="0">
              <a:buNone/>
            </a:pPr>
            <a:endParaRPr lang="en-US" sz="2200" dirty="0">
              <a:latin typeface="Abadi" panose="020B0604020104020204" pitchFamily="34" charset="0"/>
            </a:endParaRPr>
          </a:p>
          <a:p>
            <a:endParaRPr lang="en-US" sz="8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3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Basic syntax of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Variables declared with </a:t>
            </a:r>
            <a:r>
              <a:rPr lang="en-US" sz="2800" strike="sngStrike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var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let</a:t>
            </a:r>
            <a:r>
              <a:rPr lang="en-US" sz="2800" dirty="0">
                <a:latin typeface="Abadi" panose="020B0604020104020204" pitchFamily="34" charset="0"/>
              </a:rPr>
              <a:t> and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const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Different data types (dynamic is </a:t>
            </a:r>
            <a:r>
              <a:rPr lang="en-US" sz="2800" b="1" dirty="0">
                <a:latin typeface="Abadi" panose="020B0604020104020204" pitchFamily="34" charset="0"/>
              </a:rPr>
              <a:t>NOT</a:t>
            </a:r>
            <a:r>
              <a:rPr lang="en-US" sz="2800" dirty="0">
                <a:latin typeface="Abadi" panose="020B0604020104020204" pitchFamily="34" charset="0"/>
              </a:rPr>
              <a:t> typeless)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Functions (even as first-class citizens)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Conditional statements and loops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Objects with methods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Execution environment APIs</a:t>
            </a:r>
            <a:endParaRPr lang="en-US" sz="2200" dirty="0">
              <a:latin typeface="Abadi" panose="020B0604020104020204" pitchFamily="34" charset="0"/>
            </a:endParaRPr>
          </a:p>
          <a:p>
            <a:endParaRPr lang="en-US" sz="8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30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Data Types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Primitives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Number</a:t>
            </a:r>
            <a:r>
              <a:rPr lang="en-US" sz="3200" dirty="0">
                <a:latin typeface="Abadi" panose="020B0604020104020204" pitchFamily="34" charset="0"/>
              </a:rPr>
              <a:t> - a single type for integers and floating-point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String</a:t>
            </a:r>
            <a:r>
              <a:rPr lang="en-US" sz="2800" dirty="0">
                <a:latin typeface="Abadi" panose="020B0604020104020204" pitchFamily="34" charset="0"/>
              </a:rPr>
              <a:t> - a single type for strings and characters</a:t>
            </a:r>
            <a:endParaRPr lang="en-US" sz="2500" dirty="0">
              <a:solidFill>
                <a:schemeClr val="bg1"/>
              </a:solidFill>
              <a:highlight>
                <a:srgbClr val="000000"/>
              </a:highlight>
              <a:latin typeface="FiraCode Nerd Font" panose="020B0809050000020004" pitchFamily="50" charset="0"/>
              <a:ea typeface="FiraCode Nerd Font" panose="020B0809050000020004" pitchFamily="50" charset="0"/>
            </a:endParaRP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Boolean</a:t>
            </a:r>
            <a:r>
              <a:rPr lang="en-US" sz="2800" dirty="0">
                <a:latin typeface="Abadi" panose="020B0604020104020204" pitchFamily="34" charset="0"/>
              </a:rPr>
              <a:t> </a:t>
            </a:r>
            <a:r>
              <a:rPr lang="en-US" sz="2900" dirty="0">
                <a:latin typeface="Abadi" panose="020B0604020104020204" pitchFamily="34" charset="0"/>
              </a:rPr>
              <a:t>- a type with </a:t>
            </a: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false</a:t>
            </a:r>
            <a:r>
              <a:rPr lang="en-US" sz="2900" dirty="0">
                <a:latin typeface="Abadi" panose="020B0604020104020204" pitchFamily="34" charset="0"/>
              </a:rPr>
              <a:t> and </a:t>
            </a: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true</a:t>
            </a:r>
            <a:r>
              <a:rPr lang="en-US" sz="2900" dirty="0">
                <a:latin typeface="Abadi" panose="020B0604020104020204" pitchFamily="34" charset="0"/>
              </a:rPr>
              <a:t> values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undefined</a:t>
            </a:r>
            <a:r>
              <a:rPr lang="en-US" sz="2900" dirty="0">
                <a:latin typeface="Abadi" panose="020B0604020104020204" pitchFamily="34" charset="0"/>
              </a:rPr>
              <a:t> and </a:t>
            </a: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null</a:t>
            </a:r>
            <a:r>
              <a:rPr lang="en-US" sz="2900" dirty="0">
                <a:latin typeface="Abadi" panose="020B0604020104020204" pitchFamily="34" charset="0"/>
              </a:rPr>
              <a:t> - yes, two slightly different values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Complex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Object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Array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Function</a:t>
            </a:r>
            <a:endParaRPr lang="en-US" sz="8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53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Operators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Arithmetic Operators (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+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-</a:t>
            </a:r>
            <a:r>
              <a:rPr lang="en-US" sz="2800" dirty="0">
                <a:latin typeface="Abadi" panose="020B0604020104020204" pitchFamily="34" charset="0"/>
              </a:rPr>
              <a:t> …)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Assignment Operators (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=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+=</a:t>
            </a:r>
            <a:r>
              <a:rPr lang="en-US" sz="2800" dirty="0">
                <a:latin typeface="Abadi" panose="020B0604020104020204" pitchFamily="34" charset="0"/>
              </a:rPr>
              <a:t> …)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Comparison Operators (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==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===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!=</a:t>
            </a:r>
            <a:r>
              <a:rPr lang="en-US" sz="2800" dirty="0">
                <a:latin typeface="Abadi" panose="020B0604020104020204" pitchFamily="34" charset="0"/>
              </a:rPr>
              <a:t> …)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Logical Operators (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&amp;&amp;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||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!</a:t>
            </a:r>
            <a:r>
              <a:rPr lang="en-US" sz="28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Conditional (Ternary) Operator (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?:</a:t>
            </a:r>
            <a:r>
              <a:rPr lang="en-US" sz="28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Bitwise Operators (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&amp;</a:t>
            </a:r>
            <a:r>
              <a:rPr lang="en-US" sz="2800" dirty="0">
                <a:latin typeface="Abadi" panose="020B0604020104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|</a:t>
            </a:r>
            <a:r>
              <a:rPr lang="en-US" sz="2800" dirty="0">
                <a:latin typeface="Abadi" panose="020B0604020104020204" pitchFamily="34" charset="0"/>
              </a:rPr>
              <a:t>, …)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7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The weirdness of JavaScript (Type </a:t>
            </a:r>
            <a:r>
              <a:rPr lang="en-US" dirty="0" err="1">
                <a:latin typeface="Abadi" panose="020B0604020104020204" pitchFamily="34" charset="0"/>
              </a:rPr>
              <a:t>Coercion</a:t>
            </a:r>
            <a:r>
              <a:rPr lang="en-US" dirty="0"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Equality by value (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==</a:t>
            </a:r>
            <a:r>
              <a:rPr lang="en-US" sz="28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Equality by type and value (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FiraCode Nerd Font" panose="020B0809050000020004" pitchFamily="50" charset="0"/>
                <a:ea typeface="FiraCode Nerd Font" panose="020B0809050000020004" pitchFamily="50" charset="0"/>
              </a:rPr>
              <a:t>===</a:t>
            </a:r>
            <a:r>
              <a:rPr lang="en-US" sz="2800" dirty="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Truthy and Falsy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Adding up things</a:t>
            </a:r>
          </a:p>
          <a:p>
            <a:pPr>
              <a:lnSpc>
                <a:spcPct val="150000"/>
              </a:lnSpc>
            </a:pPr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56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When things go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Using developer tools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Console tab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Network tab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badi" panose="020B0604020104020204" pitchFamily="34" charset="0"/>
              </a:rPr>
              <a:t>Sources tab</a:t>
            </a:r>
          </a:p>
          <a:p>
            <a:pPr>
              <a:lnSpc>
                <a:spcPct val="150000"/>
              </a:lnSpc>
            </a:pPr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0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badi" panose="020B0604020104020204" pitchFamily="34" charset="0"/>
            </a:endParaRPr>
          </a:p>
          <a:p>
            <a:endParaRPr lang="de-DE" sz="9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05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1" dirty="0">
              <a:solidFill>
                <a:srgbClr val="569CD6"/>
              </a:solidFill>
              <a:effectLst/>
              <a:latin typeface="CaskaydiaCove NF" panose="020B050902020403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  <a:p>
            <a:endParaRPr lang="en-US" sz="1600" b="0" dirty="0">
              <a:solidFill>
                <a:srgbClr val="D4D4D4"/>
              </a:solidFill>
              <a:effectLst/>
              <a:latin typeface="CaskaydiaCove NF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4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- </a:t>
            </a:r>
            <a:r>
              <a:rPr lang="en-US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(note that you’ll need access to the GitHub repo, the instructions are available on Discord)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</Template>
  <TotalTime>1134</TotalTime>
  <Words>408</Words>
  <Application>Microsoft Office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</vt:lpstr>
      <vt:lpstr>Arial</vt:lpstr>
      <vt:lpstr>Calibri</vt:lpstr>
      <vt:lpstr>Calibri Light</vt:lpstr>
      <vt:lpstr>CaskaydiaCove NF</vt:lpstr>
      <vt:lpstr>FiraCode Nerd Font</vt:lpstr>
      <vt:lpstr>Office Theme</vt:lpstr>
      <vt:lpstr>Internet Programming</vt:lpstr>
      <vt:lpstr>Agenda</vt:lpstr>
      <vt:lpstr>History of JavaScript</vt:lpstr>
      <vt:lpstr>JavaScript: The Language of the Web</vt:lpstr>
      <vt:lpstr>Basic syntax of JavaScript</vt:lpstr>
      <vt:lpstr>Data Types in JavaScript</vt:lpstr>
      <vt:lpstr>Data Types in JavaScript</vt:lpstr>
      <vt:lpstr>Operators in JavaScript</vt:lpstr>
      <vt:lpstr>The weirdness of JavaScript (Type Coersion)</vt:lpstr>
      <vt:lpstr>When things go wrong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2</cp:revision>
  <dcterms:created xsi:type="dcterms:W3CDTF">2023-09-24T19:50:48Z</dcterms:created>
  <dcterms:modified xsi:type="dcterms:W3CDTF">2026-09-21T16:40:19Z</dcterms:modified>
</cp:coreProperties>
</file>