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667A64EB-EEC9-4AFF-91D8-B6DD5F1E8D03}"/>
    <pc:docChg chg="modSld">
      <pc:chgData name="Wekoslav Stefanovski" userId="bb32c3697bb3823c" providerId="LiveId" clId="{667A64EB-EEC9-4AFF-91D8-B6DD5F1E8D03}" dt="2024-10-25T14:30:22.737" v="0"/>
      <pc:docMkLst>
        <pc:docMk/>
      </pc:docMkLst>
      <pc:sldChg chg="modSp mod">
        <pc:chgData name="Wekoslav Stefanovski" userId="bb32c3697bb3823c" providerId="LiveId" clId="{667A64EB-EEC9-4AFF-91D8-B6DD5F1E8D03}" dt="2024-10-25T14:30:22.737" v="0"/>
        <pc:sldMkLst>
          <pc:docMk/>
          <pc:sldMk cId="2637289428" sldId="259"/>
        </pc:sldMkLst>
      </pc:sldChg>
    </pc:docChg>
  </pc:docChgLst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10-21T12:18:29.959" v="0"/>
      <pc:docMkLst>
        <pc:docMk/>
      </pc:docMkLst>
      <pc:sldChg chg="modSp">
        <pc:chgData name="Wekoslav Stefanovski" userId="bb32c3697bb3823c" providerId="LiveId" clId="{4CB54BE4-A361-4132-878E-F443C8465F0E}" dt="2025-10-21T12:18:29.959" v="0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10-21T12:18:29.959" v="0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  <pc:docChgLst>
    <pc:chgData name="Wekoslav Stefanovski" userId="bb32c3697bb3823c" providerId="LiveId" clId="{DDE884A8-3151-42D7-B3A2-E04EBF444D67}"/>
    <pc:docChg chg="undo custSel addSld delSld modSld">
      <pc:chgData name="Wekoslav Stefanovski" userId="bb32c3697bb3823c" providerId="LiveId" clId="{DDE884A8-3151-42D7-B3A2-E04EBF444D67}" dt="2023-10-23T16:17:58.891" v="1410" actId="20577"/>
      <pc:docMkLst>
        <pc:docMk/>
      </pc:docMkLst>
      <pc:sldChg chg="del">
        <pc:chgData name="Wekoslav Stefanovski" userId="bb32c3697bb3823c" providerId="LiveId" clId="{DDE884A8-3151-42D7-B3A2-E04EBF444D67}" dt="2023-10-23T10:46:20.137" v="83" actId="47"/>
        <pc:sldMkLst>
          <pc:docMk/>
          <pc:sldMk cId="1111713007" sldId="260"/>
        </pc:sldMkLst>
      </pc:sldChg>
      <pc:sldChg chg="modSp mod">
        <pc:chgData name="Wekoslav Stefanovski" userId="bb32c3697bb3823c" providerId="LiveId" clId="{DDE884A8-3151-42D7-B3A2-E04EBF444D67}" dt="2023-10-23T10:46:05.052" v="82" actId="27636"/>
        <pc:sldMkLst>
          <pc:docMk/>
          <pc:sldMk cId="2371489617" sldId="261"/>
        </pc:sldMkLst>
      </pc:sldChg>
      <pc:sldChg chg="del">
        <pc:chgData name="Wekoslav Stefanovski" userId="bb32c3697bb3823c" providerId="LiveId" clId="{DDE884A8-3151-42D7-B3A2-E04EBF444D67}" dt="2023-10-23T10:46:20.370" v="84" actId="47"/>
        <pc:sldMkLst>
          <pc:docMk/>
          <pc:sldMk cId="2979636932" sldId="262"/>
        </pc:sldMkLst>
      </pc:sldChg>
      <pc:sldChg chg="modSp add mod">
        <pc:chgData name="Wekoslav Stefanovski" userId="bb32c3697bb3823c" providerId="LiveId" clId="{DDE884A8-3151-42D7-B3A2-E04EBF444D67}" dt="2023-10-23T10:50:17.872" v="251" actId="20577"/>
        <pc:sldMkLst>
          <pc:docMk/>
          <pc:sldMk cId="3069579245" sldId="262"/>
        </pc:sldMkLst>
      </pc:sldChg>
      <pc:sldChg chg="modSp add mod">
        <pc:chgData name="Wekoslav Stefanovski" userId="bb32c3697bb3823c" providerId="LiveId" clId="{DDE884A8-3151-42D7-B3A2-E04EBF444D67}" dt="2023-10-23T10:52:33.067" v="438" actId="20577"/>
        <pc:sldMkLst>
          <pc:docMk/>
          <pc:sldMk cId="93019362" sldId="263"/>
        </pc:sldMkLst>
      </pc:sldChg>
      <pc:sldChg chg="del">
        <pc:chgData name="Wekoslav Stefanovski" userId="bb32c3697bb3823c" providerId="LiveId" clId="{DDE884A8-3151-42D7-B3A2-E04EBF444D67}" dt="2023-10-23T10:46:20.790" v="85" actId="47"/>
        <pc:sldMkLst>
          <pc:docMk/>
          <pc:sldMk cId="1651794133" sldId="263"/>
        </pc:sldMkLst>
      </pc:sldChg>
      <pc:sldChg chg="del">
        <pc:chgData name="Wekoslav Stefanovski" userId="bb32c3697bb3823c" providerId="LiveId" clId="{DDE884A8-3151-42D7-B3A2-E04EBF444D67}" dt="2023-10-23T10:46:21.322" v="86" actId="47"/>
        <pc:sldMkLst>
          <pc:docMk/>
          <pc:sldMk cId="1141998883" sldId="264"/>
        </pc:sldMkLst>
      </pc:sldChg>
      <pc:sldChg chg="modSp add mod">
        <pc:chgData name="Wekoslav Stefanovski" userId="bb32c3697bb3823c" providerId="LiveId" clId="{DDE884A8-3151-42D7-B3A2-E04EBF444D67}" dt="2023-10-23T10:53:20.645" v="542" actId="20577"/>
        <pc:sldMkLst>
          <pc:docMk/>
          <pc:sldMk cId="1591485817" sldId="264"/>
        </pc:sldMkLst>
      </pc:sldChg>
      <pc:sldChg chg="del">
        <pc:chgData name="Wekoslav Stefanovski" userId="bb32c3697bb3823c" providerId="LiveId" clId="{DDE884A8-3151-42D7-B3A2-E04EBF444D67}" dt="2023-10-23T10:46:21.749" v="87" actId="47"/>
        <pc:sldMkLst>
          <pc:docMk/>
          <pc:sldMk cId="4061125613" sldId="265"/>
        </pc:sldMkLst>
      </pc:sldChg>
      <pc:sldChg chg="modSp add mod">
        <pc:chgData name="Wekoslav Stefanovski" userId="bb32c3697bb3823c" providerId="LiveId" clId="{DDE884A8-3151-42D7-B3A2-E04EBF444D67}" dt="2023-10-23T15:57:06.680" v="1117" actId="20577"/>
        <pc:sldMkLst>
          <pc:docMk/>
          <pc:sldMk cId="4064678124" sldId="265"/>
        </pc:sldMkLst>
      </pc:sldChg>
      <pc:sldChg chg="del">
        <pc:chgData name="Wekoslav Stefanovski" userId="bb32c3697bb3823c" providerId="LiveId" clId="{DDE884A8-3151-42D7-B3A2-E04EBF444D67}" dt="2023-10-23T10:46:22.144" v="88" actId="47"/>
        <pc:sldMkLst>
          <pc:docMk/>
          <pc:sldMk cId="2391434308" sldId="266"/>
        </pc:sldMkLst>
      </pc:sldChg>
      <pc:sldChg chg="modSp add mod">
        <pc:chgData name="Wekoslav Stefanovski" userId="bb32c3697bb3823c" providerId="LiveId" clId="{DDE884A8-3151-42D7-B3A2-E04EBF444D67}" dt="2023-10-23T12:55:44.175" v="945" actId="20577"/>
        <pc:sldMkLst>
          <pc:docMk/>
          <pc:sldMk cId="3641506604" sldId="266"/>
        </pc:sldMkLst>
      </pc:sldChg>
      <pc:sldChg chg="del">
        <pc:chgData name="Wekoslav Stefanovski" userId="bb32c3697bb3823c" providerId="LiveId" clId="{DDE884A8-3151-42D7-B3A2-E04EBF444D67}" dt="2023-10-23T10:46:22.575" v="89" actId="47"/>
        <pc:sldMkLst>
          <pc:docMk/>
          <pc:sldMk cId="1214594250" sldId="267"/>
        </pc:sldMkLst>
      </pc:sldChg>
      <pc:sldChg chg="modSp add mod">
        <pc:chgData name="Wekoslav Stefanovski" userId="bb32c3697bb3823c" providerId="LiveId" clId="{DDE884A8-3151-42D7-B3A2-E04EBF444D67}" dt="2023-10-23T15:57:56.455" v="1140" actId="20577"/>
        <pc:sldMkLst>
          <pc:docMk/>
          <pc:sldMk cId="2700395676" sldId="267"/>
        </pc:sldMkLst>
      </pc:sldChg>
      <pc:sldChg chg="modSp add mod">
        <pc:chgData name="Wekoslav Stefanovski" userId="bb32c3697bb3823c" providerId="LiveId" clId="{DDE884A8-3151-42D7-B3A2-E04EBF444D67}" dt="2023-10-23T16:17:58.891" v="1410" actId="20577"/>
        <pc:sldMkLst>
          <pc:docMk/>
          <pc:sldMk cId="440458666" sldId="268"/>
        </pc:sldMkLst>
      </pc:sldChg>
      <pc:sldChg chg="del">
        <pc:chgData name="Wekoslav Stefanovski" userId="bb32c3697bb3823c" providerId="LiveId" clId="{DDE884A8-3151-42D7-B3A2-E04EBF444D67}" dt="2023-10-23T10:46:22.993" v="90" actId="47"/>
        <pc:sldMkLst>
          <pc:docMk/>
          <pc:sldMk cId="2175785782" sldId="268"/>
        </pc:sldMkLst>
      </pc:sldChg>
      <pc:sldChg chg="del">
        <pc:chgData name="Wekoslav Stefanovski" userId="bb32c3697bb3823c" providerId="LiveId" clId="{DDE884A8-3151-42D7-B3A2-E04EBF444D67}" dt="2023-10-23T10:46:23.384" v="91" actId="47"/>
        <pc:sldMkLst>
          <pc:docMk/>
          <pc:sldMk cId="3174978517" sldId="269"/>
        </pc:sldMkLst>
      </pc:sldChg>
      <pc:sldChg chg="del">
        <pc:chgData name="Wekoslav Stefanovski" userId="bb32c3697bb3823c" providerId="LiveId" clId="{DDE884A8-3151-42D7-B3A2-E04EBF444D67}" dt="2023-10-23T10:46:23.871" v="92" actId="47"/>
        <pc:sldMkLst>
          <pc:docMk/>
          <pc:sldMk cId="1950019468" sldId="270"/>
        </pc:sldMkLst>
      </pc:sldChg>
      <pc:sldChg chg="del">
        <pc:chgData name="Wekoslav Stefanovski" userId="bb32c3697bb3823c" providerId="LiveId" clId="{DDE884A8-3151-42D7-B3A2-E04EBF444D67}" dt="2023-10-23T10:46:24.526" v="93" actId="47"/>
        <pc:sldMkLst>
          <pc:docMk/>
          <pc:sldMk cId="3789626234" sldId="271"/>
        </pc:sldMkLst>
      </pc:sldChg>
      <pc:sldChg chg="del">
        <pc:chgData name="Wekoslav Stefanovski" userId="bb32c3697bb3823c" providerId="LiveId" clId="{DDE884A8-3151-42D7-B3A2-E04EBF444D67}" dt="2023-10-23T10:46:25.758" v="94" actId="47"/>
        <pc:sldMkLst>
          <pc:docMk/>
          <pc:sldMk cId="3298003414" sldId="272"/>
        </pc:sldMkLst>
      </pc:sldChg>
      <pc:sldChg chg="del">
        <pc:chgData name="Wekoslav Stefanovski" userId="bb32c3697bb3823c" providerId="LiveId" clId="{DDE884A8-3151-42D7-B3A2-E04EBF444D67}" dt="2023-10-23T10:46:26.221" v="95" actId="47"/>
        <pc:sldMkLst>
          <pc:docMk/>
          <pc:sldMk cId="2370137659" sldId="273"/>
        </pc:sldMkLst>
      </pc:sldChg>
      <pc:sldChg chg="del">
        <pc:chgData name="Wekoslav Stefanovski" userId="bb32c3697bb3823c" providerId="LiveId" clId="{DDE884A8-3151-42D7-B3A2-E04EBF444D67}" dt="2023-10-23T10:46:27.433" v="96" actId="47"/>
        <pc:sldMkLst>
          <pc:docMk/>
          <pc:sldMk cId="2256590151" sldId="274"/>
        </pc:sldMkLst>
      </pc:sldChg>
      <pc:sldChg chg="del">
        <pc:chgData name="Wekoslav Stefanovski" userId="bb32c3697bb3823c" providerId="LiveId" clId="{DDE884A8-3151-42D7-B3A2-E04EBF444D67}" dt="2023-10-23T10:46:28.118" v="97" actId="47"/>
        <pc:sldMkLst>
          <pc:docMk/>
          <pc:sldMk cId="1689881419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#09 - Asynchronous JavaScript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Understanding Asynchronous Programming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Callbacks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Promises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Async/Await</a:t>
            </a:r>
          </a:p>
        </p:txBody>
      </p:sp>
    </p:spTree>
    <p:extLst>
      <p:ext uri="{BB962C8B-B14F-4D97-AF65-F5344CB8AC3E}">
        <p14:creationId xmlns:p14="http://schemas.microsoft.com/office/powerpoint/2010/main" val="237148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Synchronous Code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Tasks are executed sequentially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Linear order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Blocking tasks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Easy to comprehend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Easy to scale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Can lead to unresponsiveness</a:t>
            </a:r>
          </a:p>
        </p:txBody>
      </p:sp>
    </p:spTree>
    <p:extLst>
      <p:ext uri="{BB962C8B-B14F-4D97-AF65-F5344CB8AC3E}">
        <p14:creationId xmlns:p14="http://schemas.microsoft.com/office/powerpoint/2010/main" val="3069579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Asynchronous Code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Concurrently running tasks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Does not block subsequent tasks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Very useful when working with external devices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Easy to parallelize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Hard to synchronize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Hard to comprehend</a:t>
            </a:r>
          </a:p>
          <a:p>
            <a:pPr>
              <a:spcBef>
                <a:spcPts val="3000"/>
              </a:spcBef>
            </a:pP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1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Common Asynchronous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Network Requests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File Operations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User Interfaces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Event Handling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Parallel Processing</a:t>
            </a:r>
          </a:p>
        </p:txBody>
      </p:sp>
    </p:spTree>
    <p:extLst>
      <p:ext uri="{BB962C8B-B14F-4D97-AF65-F5344CB8AC3E}">
        <p14:creationId xmlns:p14="http://schemas.microsoft.com/office/powerpoint/2010/main" val="1591485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The JavaScript Event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Single threaded by design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Must be asynchronously oriented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When a task is ready, it enters a task queue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The event loop takes tasks from the task queue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The </a:t>
            </a:r>
            <a:r>
              <a:rPr lang="en-US" sz="2800" dirty="0" err="1">
                <a:latin typeface="Abadi" panose="020B0604020104020204" pitchFamily="34" charset="0"/>
              </a:rPr>
              <a:t>setTimeout</a:t>
            </a:r>
            <a:r>
              <a:rPr lang="en-US" sz="2800" dirty="0">
                <a:latin typeface="Abadi" panose="020B0604020104020204" pitchFamily="34" charset="0"/>
              </a:rPr>
              <a:t> method</a:t>
            </a:r>
          </a:p>
          <a:p>
            <a:pPr>
              <a:spcBef>
                <a:spcPts val="3000"/>
              </a:spcBef>
            </a:pP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67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Callbacks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Piece of code that should be executed later, when something happens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Responsibility inversion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Hard to understand, hard to maintain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Callback Hell, </a:t>
            </a:r>
            <a:r>
              <a:rPr lang="en-US" sz="2800" dirty="0" err="1">
                <a:latin typeface="Abadi" panose="020B0604020104020204" pitchFamily="34" charset="0"/>
              </a:rPr>
              <a:t>a.k.a</a:t>
            </a:r>
            <a:r>
              <a:rPr lang="en-US" sz="2800" dirty="0">
                <a:latin typeface="Abadi" panose="020B0604020104020204" pitchFamily="34" charset="0"/>
              </a:rPr>
              <a:t> The Pyramid of Doom</a:t>
            </a:r>
          </a:p>
          <a:p>
            <a:pPr>
              <a:spcBef>
                <a:spcPts val="3000"/>
              </a:spcBef>
            </a:pPr>
            <a:endParaRPr lang="en-US" sz="2800" dirty="0">
              <a:latin typeface="Abadi" panose="020B0604020104020204" pitchFamily="34" charset="0"/>
            </a:endParaRPr>
          </a:p>
          <a:p>
            <a:pPr>
              <a:spcBef>
                <a:spcPts val="3000"/>
              </a:spcBef>
            </a:pP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50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Promises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Better structured, more readable approach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Cleaner, more organized code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Promise constructor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Consuming promises ( then() and catch() )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Chaining Promises</a:t>
            </a:r>
          </a:p>
        </p:txBody>
      </p:sp>
    </p:spTree>
    <p:extLst>
      <p:ext uri="{BB962C8B-B14F-4D97-AF65-F5344CB8AC3E}">
        <p14:creationId xmlns:p14="http://schemas.microsoft.com/office/powerpoint/2010/main" val="2700395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Await/Async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Modern and simplified syntax for async operations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Syntactic sugar, does not </a:t>
            </a:r>
            <a:r>
              <a:rPr lang="en-US" sz="2800" b="1" dirty="0">
                <a:latin typeface="Abadi" panose="020B0604020104020204" pitchFamily="34" charset="0"/>
              </a:rPr>
              <a:t>really </a:t>
            </a:r>
            <a:r>
              <a:rPr lang="en-US" sz="2800" dirty="0">
                <a:latin typeface="Abadi" panose="020B0604020104020204" pitchFamily="34" charset="0"/>
              </a:rPr>
              <a:t>exist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Sync looking code that behaves asynchronously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async function keyword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await expression to resolve promises</a:t>
            </a:r>
          </a:p>
          <a:p>
            <a:pPr>
              <a:spcBef>
                <a:spcPts val="3000"/>
              </a:spcBef>
            </a:pPr>
            <a:r>
              <a:rPr lang="en-US" sz="2800">
                <a:latin typeface="Abadi" panose="020B0604020104020204" pitchFamily="34" charset="0"/>
              </a:rPr>
              <a:t>Error management</a:t>
            </a:r>
            <a:endParaRPr lang="en-US" sz="2800" dirty="0">
              <a:latin typeface="Abadi" panose="020B0604020104020204" pitchFamily="34" charset="0"/>
            </a:endParaRPr>
          </a:p>
          <a:p>
            <a:pPr>
              <a:spcBef>
                <a:spcPts val="3000"/>
              </a:spcBef>
            </a:pP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458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.potx" id="{08DC6A8F-7F96-433E-A88E-2AF4AC21CEF5}" vid="{13EF5A67-143A-4FDE-9269-96140DA75D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 Template - Lecture</Template>
  <TotalTime>335</TotalTime>
  <Words>262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Abadi</vt:lpstr>
      <vt:lpstr>Arial</vt:lpstr>
      <vt:lpstr>Calibri</vt:lpstr>
      <vt:lpstr>Calibri Light</vt:lpstr>
      <vt:lpstr>Office Theme</vt:lpstr>
      <vt:lpstr>Internet Programming</vt:lpstr>
      <vt:lpstr>Agenda</vt:lpstr>
      <vt:lpstr>Synchronous Code Execution</vt:lpstr>
      <vt:lpstr>Asynchronous Code Execution</vt:lpstr>
      <vt:lpstr>Common Asynchronous Scenarios</vt:lpstr>
      <vt:lpstr>The JavaScript Event Loop</vt:lpstr>
      <vt:lpstr>Callbacks</vt:lpstr>
      <vt:lpstr>Promises</vt:lpstr>
      <vt:lpstr>Await/Async syntax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1</cp:revision>
  <dcterms:created xsi:type="dcterms:W3CDTF">2023-10-23T10:43:43Z</dcterms:created>
  <dcterms:modified xsi:type="dcterms:W3CDTF">2025-10-21T12:19:33Z</dcterms:modified>
</cp:coreProperties>
</file>