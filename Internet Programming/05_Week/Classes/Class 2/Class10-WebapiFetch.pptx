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76" r:id="rId5"/>
    <p:sldId id="277" r:id="rId6"/>
    <p:sldId id="278" r:id="rId7"/>
    <p:sldId id="279" r:id="rId8"/>
    <p:sldId id="280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25B8D029-69BD-4D4A-80BC-F8633AA966B0}"/>
    <pc:docChg chg="undo custSel addSld delSld modSld">
      <pc:chgData name="Wekoslav Stefanovski" userId="bb32c3697bb3823c" providerId="LiveId" clId="{25B8D029-69BD-4D4A-80BC-F8633AA966B0}" dt="2023-10-23T16:38:30.574" v="1193" actId="20577"/>
      <pc:docMkLst>
        <pc:docMk/>
      </pc:docMkLst>
      <pc:sldChg chg="modSp mod">
        <pc:chgData name="Wekoslav Stefanovski" userId="bb32c3697bb3823c" providerId="LiveId" clId="{25B8D029-69BD-4D4A-80BC-F8633AA966B0}" dt="2023-10-23T16:21:57.392" v="304" actId="20577"/>
        <pc:sldMkLst>
          <pc:docMk/>
          <pc:sldMk cId="1111713007" sldId="260"/>
        </pc:sldMkLst>
      </pc:sldChg>
      <pc:sldChg chg="modSp mod">
        <pc:chgData name="Wekoslav Stefanovski" userId="bb32c3697bb3823c" providerId="LiveId" clId="{25B8D029-69BD-4D4A-80BC-F8633AA966B0}" dt="2023-10-23T16:20:17.737" v="88" actId="20577"/>
        <pc:sldMkLst>
          <pc:docMk/>
          <pc:sldMk cId="2371489617" sldId="261"/>
        </pc:sldMkLst>
      </pc:sldChg>
      <pc:sldChg chg="del">
        <pc:chgData name="Wekoslav Stefanovski" userId="bb32c3697bb3823c" providerId="LiveId" clId="{25B8D029-69BD-4D4A-80BC-F8633AA966B0}" dt="2023-10-23T16:36:40.341" v="1003" actId="47"/>
        <pc:sldMkLst>
          <pc:docMk/>
          <pc:sldMk cId="2979636932" sldId="262"/>
        </pc:sldMkLst>
      </pc:sldChg>
      <pc:sldChg chg="del">
        <pc:chgData name="Wekoslav Stefanovski" userId="bb32c3697bb3823c" providerId="LiveId" clId="{25B8D029-69BD-4D4A-80BC-F8633AA966B0}" dt="2023-10-23T16:36:40.499" v="1004" actId="47"/>
        <pc:sldMkLst>
          <pc:docMk/>
          <pc:sldMk cId="1651794133" sldId="263"/>
        </pc:sldMkLst>
      </pc:sldChg>
      <pc:sldChg chg="del">
        <pc:chgData name="Wekoslav Stefanovski" userId="bb32c3697bb3823c" providerId="LiveId" clId="{25B8D029-69BD-4D4A-80BC-F8633AA966B0}" dt="2023-10-23T16:36:40.662" v="1005" actId="47"/>
        <pc:sldMkLst>
          <pc:docMk/>
          <pc:sldMk cId="1141998883" sldId="264"/>
        </pc:sldMkLst>
      </pc:sldChg>
      <pc:sldChg chg="del">
        <pc:chgData name="Wekoslav Stefanovski" userId="bb32c3697bb3823c" providerId="LiveId" clId="{25B8D029-69BD-4D4A-80BC-F8633AA966B0}" dt="2023-10-23T16:36:41.171" v="1006" actId="47"/>
        <pc:sldMkLst>
          <pc:docMk/>
          <pc:sldMk cId="4061125613" sldId="265"/>
        </pc:sldMkLst>
      </pc:sldChg>
      <pc:sldChg chg="del">
        <pc:chgData name="Wekoslav Stefanovski" userId="bb32c3697bb3823c" providerId="LiveId" clId="{25B8D029-69BD-4D4A-80BC-F8633AA966B0}" dt="2023-10-23T16:36:41.609" v="1007" actId="47"/>
        <pc:sldMkLst>
          <pc:docMk/>
          <pc:sldMk cId="2391434308" sldId="266"/>
        </pc:sldMkLst>
      </pc:sldChg>
      <pc:sldChg chg="del">
        <pc:chgData name="Wekoslav Stefanovski" userId="bb32c3697bb3823c" providerId="LiveId" clId="{25B8D029-69BD-4D4A-80BC-F8633AA966B0}" dt="2023-10-23T16:36:42.033" v="1008" actId="47"/>
        <pc:sldMkLst>
          <pc:docMk/>
          <pc:sldMk cId="1214594250" sldId="267"/>
        </pc:sldMkLst>
      </pc:sldChg>
      <pc:sldChg chg="del">
        <pc:chgData name="Wekoslav Stefanovski" userId="bb32c3697bb3823c" providerId="LiveId" clId="{25B8D029-69BD-4D4A-80BC-F8633AA966B0}" dt="2023-10-23T16:36:42.572" v="1009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25B8D029-69BD-4D4A-80BC-F8633AA966B0}" dt="2023-10-23T16:36:43.077" v="1010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25B8D029-69BD-4D4A-80BC-F8633AA966B0}" dt="2023-10-23T16:36:43.531" v="1011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25B8D029-69BD-4D4A-80BC-F8633AA966B0}" dt="2023-10-23T16:36:44.019" v="1012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25B8D029-69BD-4D4A-80BC-F8633AA966B0}" dt="2023-10-23T16:36:44.652" v="1013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25B8D029-69BD-4D4A-80BC-F8633AA966B0}" dt="2023-10-23T16:36:45.258" v="1014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25B8D029-69BD-4D4A-80BC-F8633AA966B0}" dt="2023-10-23T16:36:46.134" v="1015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25B8D029-69BD-4D4A-80BC-F8633AA966B0}" dt="2023-10-23T16:36:47.083" v="1016" actId="47"/>
        <pc:sldMkLst>
          <pc:docMk/>
          <pc:sldMk cId="1689881419" sldId="275"/>
        </pc:sldMkLst>
      </pc:sldChg>
      <pc:sldChg chg="modSp add mod">
        <pc:chgData name="Wekoslav Stefanovski" userId="bb32c3697bb3823c" providerId="LiveId" clId="{25B8D029-69BD-4D4A-80BC-F8633AA966B0}" dt="2023-10-23T16:24:41.950" v="537" actId="20577"/>
        <pc:sldMkLst>
          <pc:docMk/>
          <pc:sldMk cId="3048951444" sldId="276"/>
        </pc:sldMkLst>
      </pc:sldChg>
      <pc:sldChg chg="modSp add mod">
        <pc:chgData name="Wekoslav Stefanovski" userId="bb32c3697bb3823c" providerId="LiveId" clId="{25B8D029-69BD-4D4A-80BC-F8633AA966B0}" dt="2023-10-23T16:25:43.702" v="650" actId="20577"/>
        <pc:sldMkLst>
          <pc:docMk/>
          <pc:sldMk cId="1021145955" sldId="277"/>
        </pc:sldMkLst>
      </pc:sldChg>
      <pc:sldChg chg="modSp add mod">
        <pc:chgData name="Wekoslav Stefanovski" userId="bb32c3697bb3823c" providerId="LiveId" clId="{25B8D029-69BD-4D4A-80BC-F8633AA966B0}" dt="2023-10-23T16:34:35.888" v="792" actId="20577"/>
        <pc:sldMkLst>
          <pc:docMk/>
          <pc:sldMk cId="1032138584" sldId="278"/>
        </pc:sldMkLst>
      </pc:sldChg>
      <pc:sldChg chg="modSp add mod">
        <pc:chgData name="Wekoslav Stefanovski" userId="bb32c3697bb3823c" providerId="LiveId" clId="{25B8D029-69BD-4D4A-80BC-F8633AA966B0}" dt="2023-10-23T16:38:30.574" v="1193" actId="20577"/>
        <pc:sldMkLst>
          <pc:docMk/>
          <pc:sldMk cId="3738087412" sldId="279"/>
        </pc:sldMkLst>
      </pc:sldChg>
      <pc:sldChg chg="modSp add mod">
        <pc:chgData name="Wekoslav Stefanovski" userId="bb32c3697bb3823c" providerId="LiveId" clId="{25B8D029-69BD-4D4A-80BC-F8633AA966B0}" dt="2023-10-23T16:38:06.584" v="1170" actId="20577"/>
        <pc:sldMkLst>
          <pc:docMk/>
          <pc:sldMk cId="2636910388" sldId="280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21T12:18:49.270" v="0"/>
      <pc:docMkLst>
        <pc:docMk/>
      </pc:docMkLst>
      <pc:sldChg chg="modSp">
        <pc:chgData name="Wekoslav Stefanovski" userId="bb32c3697bb3823c" providerId="LiveId" clId="{4CB54BE4-A361-4132-878E-F443C8465F0E}" dt="2025-10-21T12:18:49.270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21T12:18:49.270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AAA3B403-6D27-477D-B70A-9DDEE7154C6C}"/>
    <pc:docChg chg="modSld">
      <pc:chgData name="Wekoslav Stefanovski" userId="bb32c3697bb3823c" providerId="LiveId" clId="{AAA3B403-6D27-477D-B70A-9DDEE7154C6C}" dt="2024-10-25T14:30:44.911" v="0"/>
      <pc:docMkLst>
        <pc:docMk/>
      </pc:docMkLst>
      <pc:sldChg chg="modSp mod">
        <pc:chgData name="Wekoslav Stefanovski" userId="bb32c3697bb3823c" providerId="LiveId" clId="{AAA3B403-6D27-477D-B70A-9DDEE7154C6C}" dt="2024-10-25T14:30:44.911" v="0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#10 - Web APIs and Fetch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Working with Web API’s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Making HTTP requests with the fetch API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Handling JSON data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Introduction to Web 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Set of rules (and protocols) for communication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Business-to-business communication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Frontend-to-backend communication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Distributed systems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Enables software scaling by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Web API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RESTful API (</a:t>
            </a:r>
            <a:r>
              <a:rPr lang="en-US" sz="2800" dirty="0" err="1">
                <a:latin typeface="Abadi" panose="020B0604020104020204" pitchFamily="34" charset="0"/>
              </a:rPr>
              <a:t>REpresentational</a:t>
            </a:r>
            <a:r>
              <a:rPr lang="en-US" sz="2800" dirty="0">
                <a:latin typeface="Abadi" panose="020B0604020104020204" pitchFamily="34" charset="0"/>
              </a:rPr>
              <a:t> State Transfer)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badi" panose="020B0604020104020204" pitchFamily="34" charset="0"/>
              </a:rPr>
              <a:t>GraphQL</a:t>
            </a:r>
            <a:r>
              <a:rPr lang="en-US" sz="2800" dirty="0">
                <a:latin typeface="Abadi" panose="020B0604020104020204" pitchFamily="34" charset="0"/>
              </a:rPr>
              <a:t> API (Graph Query Language)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SOAP API (Simple Object Access Protocol)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badi" panose="020B0604020104020204" pitchFamily="34" charset="0"/>
              </a:rPr>
              <a:t>gRPC</a:t>
            </a:r>
            <a:r>
              <a:rPr lang="en-US" sz="2800" dirty="0">
                <a:latin typeface="Abadi" panose="020B0604020104020204" pitchFamily="34" charset="0"/>
              </a:rPr>
              <a:t> (</a:t>
            </a:r>
            <a:r>
              <a:rPr lang="en-US" sz="2800" dirty="0" err="1">
                <a:latin typeface="Abadi" panose="020B0604020104020204" pitchFamily="34" charset="0"/>
              </a:rPr>
              <a:t>gRPC</a:t>
            </a:r>
            <a:r>
              <a:rPr lang="en-US" sz="2800" dirty="0">
                <a:latin typeface="Abadi" panose="020B0604020104020204" pitchFamily="34" charset="0"/>
              </a:rPr>
              <a:t> Remote Procedure Call)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WebSocket API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Public vs Private API</a:t>
            </a:r>
          </a:p>
        </p:txBody>
      </p:sp>
    </p:spTree>
    <p:extLst>
      <p:ext uri="{BB962C8B-B14F-4D97-AF65-F5344CB8AC3E}">
        <p14:creationId xmlns:p14="http://schemas.microsoft.com/office/powerpoint/2010/main" val="3048951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Using Public 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Documentation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Pricing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Access control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API Keys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Authentication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Rate limiting</a:t>
            </a:r>
          </a:p>
        </p:txBody>
      </p:sp>
    </p:spTree>
    <p:extLst>
      <p:ext uri="{BB962C8B-B14F-4D97-AF65-F5344CB8AC3E}">
        <p14:creationId xmlns:p14="http://schemas.microsoft.com/office/powerpoint/2010/main" val="102114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The Fetch browser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An API for making network (HTTP) requests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Simple and flexible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Based on promises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Very configurable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Response object</a:t>
            </a:r>
          </a:p>
        </p:txBody>
      </p:sp>
    </p:spTree>
    <p:extLst>
      <p:ext uri="{BB962C8B-B14F-4D97-AF65-F5344CB8AC3E}">
        <p14:creationId xmlns:p14="http://schemas.microsoft.com/office/powerpoint/2010/main" val="103213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Managing API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Use Request headers as appropriate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Data Caching and encapsulation</a:t>
            </a:r>
          </a:p>
          <a:p>
            <a:pPr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Response handling (</a:t>
            </a:r>
            <a:r>
              <a:rPr lang="en-US" sz="2500">
                <a:latin typeface="Abadi" panose="020B0604020104020204" pitchFamily="34" charset="0"/>
              </a:rPr>
              <a:t>including validation)</a:t>
            </a:r>
            <a:endParaRPr lang="en-US" sz="25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Error handling (exogenous by nature)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8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Handling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JavaScript Object Notation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String format, not really JavaScript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Data representation and syntax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500" dirty="0">
                <a:latin typeface="Abadi" panose="020B0604020104020204" pitchFamily="34" charset="0"/>
              </a:rPr>
              <a:t>Parsing and Stringifying JSON</a:t>
            </a:r>
          </a:p>
        </p:txBody>
      </p:sp>
    </p:spTree>
    <p:extLst>
      <p:ext uri="{BB962C8B-B14F-4D97-AF65-F5344CB8AC3E}">
        <p14:creationId xmlns:p14="http://schemas.microsoft.com/office/powerpoint/2010/main" val="263691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20</TotalTime>
  <Words>222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Arial</vt:lpstr>
      <vt:lpstr>Calibri</vt:lpstr>
      <vt:lpstr>Calibri Light</vt:lpstr>
      <vt:lpstr>Office Theme</vt:lpstr>
      <vt:lpstr>Internet Programming</vt:lpstr>
      <vt:lpstr>Agenda</vt:lpstr>
      <vt:lpstr>Introduction to Web API’s</vt:lpstr>
      <vt:lpstr>Web API forms</vt:lpstr>
      <vt:lpstr>Using Public API’s</vt:lpstr>
      <vt:lpstr>The Fetch browser API</vt:lpstr>
      <vt:lpstr>Managing API Requests</vt:lpstr>
      <vt:lpstr>Handling JSON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2023-10-23T16:18:53Z</dcterms:created>
  <dcterms:modified xsi:type="dcterms:W3CDTF">2025-10-21T12:20:00Z</dcterms:modified>
</cp:coreProperties>
</file>