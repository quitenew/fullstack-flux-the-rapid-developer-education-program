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4" r:id="rId4"/>
    <p:sldId id="276" r:id="rId5"/>
    <p:sldId id="277" r:id="rId6"/>
    <p:sldId id="265" r:id="rId7"/>
    <p:sldId id="278" r:id="rId8"/>
    <p:sldId id="266" r:id="rId9"/>
    <p:sldId id="279" r:id="rId10"/>
    <p:sldId id="280" r:id="rId11"/>
    <p:sldId id="267" r:id="rId12"/>
    <p:sldId id="281" r:id="rId13"/>
    <p:sldId id="268" r:id="rId14"/>
    <p:sldId id="286" r:id="rId15"/>
    <p:sldId id="288" r:id="rId16"/>
    <p:sldId id="289" r:id="rId17"/>
    <p:sldId id="290" r:id="rId18"/>
    <p:sldId id="291" r:id="rId19"/>
    <p:sldId id="269" r:id="rId20"/>
    <p:sldId id="282" r:id="rId21"/>
    <p:sldId id="283" r:id="rId22"/>
    <p:sldId id="284" r:id="rId23"/>
    <p:sldId id="285" r:id="rId24"/>
    <p:sldId id="25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koslav Stefanovski" userId="bb32c3697bb3823c" providerId="LiveId" clId="{E776377C-CAB7-426A-9D22-BF02F7663749}"/>
    <pc:docChg chg="undo custSel addSld delSld modSld sldOrd">
      <pc:chgData name="Wekoslav Stefanovski" userId="bb32c3697bb3823c" providerId="LiveId" clId="{E776377C-CAB7-426A-9D22-BF02F7663749}" dt="2023-10-09T09:21:01.788" v="2010" actId="6549"/>
      <pc:docMkLst>
        <pc:docMk/>
      </pc:docMkLst>
      <pc:sldChg chg="modSp mod">
        <pc:chgData name="Wekoslav Stefanovski" userId="bb32c3697bb3823c" providerId="LiveId" clId="{E776377C-CAB7-426A-9D22-BF02F7663749}" dt="2023-10-09T07:43:39.772" v="372" actId="2710"/>
        <pc:sldMkLst>
          <pc:docMk/>
          <pc:sldMk cId="1141998883" sldId="264"/>
        </pc:sldMkLst>
      </pc:sldChg>
      <pc:sldChg chg="modSp mod">
        <pc:chgData name="Wekoslav Stefanovski" userId="bb32c3697bb3823c" providerId="LiveId" clId="{E776377C-CAB7-426A-9D22-BF02F7663749}" dt="2023-10-09T07:43:34.124" v="371" actId="2710"/>
        <pc:sldMkLst>
          <pc:docMk/>
          <pc:sldMk cId="4061125613" sldId="265"/>
        </pc:sldMkLst>
      </pc:sldChg>
      <pc:sldChg chg="addSp modSp mod">
        <pc:chgData name="Wekoslav Stefanovski" userId="bb32c3697bb3823c" providerId="LiveId" clId="{E776377C-CAB7-426A-9D22-BF02F7663749}" dt="2023-10-09T07:46:39.002" v="439" actId="14100"/>
        <pc:sldMkLst>
          <pc:docMk/>
          <pc:sldMk cId="2391434308" sldId="266"/>
        </pc:sldMkLst>
      </pc:sldChg>
      <pc:sldChg chg="addSp modSp mod">
        <pc:chgData name="Wekoslav Stefanovski" userId="bb32c3697bb3823c" providerId="LiveId" clId="{E776377C-CAB7-426A-9D22-BF02F7663749}" dt="2023-10-09T07:49:07.122" v="618" actId="14100"/>
        <pc:sldMkLst>
          <pc:docMk/>
          <pc:sldMk cId="1214594250" sldId="267"/>
        </pc:sldMkLst>
      </pc:sldChg>
      <pc:sldChg chg="addSp delSp modSp mod">
        <pc:chgData name="Wekoslav Stefanovski" userId="bb32c3697bb3823c" providerId="LiveId" clId="{E776377C-CAB7-426A-9D22-BF02F7663749}" dt="2023-10-09T07:51:27.165" v="717" actId="14100"/>
        <pc:sldMkLst>
          <pc:docMk/>
          <pc:sldMk cId="2175785782" sldId="268"/>
        </pc:sldMkLst>
      </pc:sldChg>
      <pc:sldChg chg="modSp mod">
        <pc:chgData name="Wekoslav Stefanovski" userId="bb32c3697bb3823c" providerId="LiveId" clId="{E776377C-CAB7-426A-9D22-BF02F7663749}" dt="2023-10-09T08:48:40.098" v="1364" actId="20577"/>
        <pc:sldMkLst>
          <pc:docMk/>
          <pc:sldMk cId="3174978517" sldId="269"/>
        </pc:sldMkLst>
      </pc:sldChg>
      <pc:sldChg chg="del">
        <pc:chgData name="Wekoslav Stefanovski" userId="bb32c3697bb3823c" providerId="LiveId" clId="{E776377C-CAB7-426A-9D22-BF02F7663749}" dt="2023-10-09T08:38:46.758" v="905" actId="47"/>
        <pc:sldMkLst>
          <pc:docMk/>
          <pc:sldMk cId="1950019468" sldId="270"/>
        </pc:sldMkLst>
      </pc:sldChg>
      <pc:sldChg chg="del">
        <pc:chgData name="Wekoslav Stefanovski" userId="bb32c3697bb3823c" providerId="LiveId" clId="{E776377C-CAB7-426A-9D22-BF02F7663749}" dt="2023-10-09T08:38:47.820" v="906" actId="47"/>
        <pc:sldMkLst>
          <pc:docMk/>
          <pc:sldMk cId="3789626234" sldId="271"/>
        </pc:sldMkLst>
      </pc:sldChg>
      <pc:sldChg chg="del">
        <pc:chgData name="Wekoslav Stefanovski" userId="bb32c3697bb3823c" providerId="LiveId" clId="{E776377C-CAB7-426A-9D22-BF02F7663749}" dt="2023-10-09T08:38:48.637" v="907" actId="47"/>
        <pc:sldMkLst>
          <pc:docMk/>
          <pc:sldMk cId="3298003414" sldId="272"/>
        </pc:sldMkLst>
      </pc:sldChg>
      <pc:sldChg chg="del">
        <pc:chgData name="Wekoslav Stefanovski" userId="bb32c3697bb3823c" providerId="LiveId" clId="{E776377C-CAB7-426A-9D22-BF02F7663749}" dt="2023-10-09T08:38:49.385" v="908" actId="47"/>
        <pc:sldMkLst>
          <pc:docMk/>
          <pc:sldMk cId="2370137659" sldId="273"/>
        </pc:sldMkLst>
      </pc:sldChg>
      <pc:sldChg chg="del">
        <pc:chgData name="Wekoslav Stefanovski" userId="bb32c3697bb3823c" providerId="LiveId" clId="{E776377C-CAB7-426A-9D22-BF02F7663749}" dt="2023-10-09T08:38:50.073" v="909" actId="47"/>
        <pc:sldMkLst>
          <pc:docMk/>
          <pc:sldMk cId="2256590151" sldId="274"/>
        </pc:sldMkLst>
      </pc:sldChg>
      <pc:sldChg chg="del">
        <pc:chgData name="Wekoslav Stefanovski" userId="bb32c3697bb3823c" providerId="LiveId" clId="{E776377C-CAB7-426A-9D22-BF02F7663749}" dt="2023-10-09T08:38:50.856" v="910" actId="47"/>
        <pc:sldMkLst>
          <pc:docMk/>
          <pc:sldMk cId="1689881419" sldId="275"/>
        </pc:sldMkLst>
      </pc:sldChg>
      <pc:sldChg chg="addSp delSp modSp add mod">
        <pc:chgData name="Wekoslav Stefanovski" userId="bb32c3697bb3823c" providerId="LiveId" clId="{E776377C-CAB7-426A-9D22-BF02F7663749}" dt="2023-10-09T07:26:14.384" v="18" actId="14100"/>
        <pc:sldMkLst>
          <pc:docMk/>
          <pc:sldMk cId="929998974" sldId="276"/>
        </pc:sldMkLst>
      </pc:sldChg>
      <pc:sldChg chg="addSp delSp modSp add mod">
        <pc:chgData name="Wekoslav Stefanovski" userId="bb32c3697bb3823c" providerId="LiveId" clId="{E776377C-CAB7-426A-9D22-BF02F7663749}" dt="2023-10-09T07:30:25.648" v="30" actId="14100"/>
        <pc:sldMkLst>
          <pc:docMk/>
          <pc:sldMk cId="1759237412" sldId="277"/>
        </pc:sldMkLst>
      </pc:sldChg>
      <pc:sldChg chg="modSp add mod">
        <pc:chgData name="Wekoslav Stefanovski" userId="bb32c3697bb3823c" providerId="LiveId" clId="{E776377C-CAB7-426A-9D22-BF02F7663749}" dt="2023-10-09T07:43:30.233" v="370" actId="2710"/>
        <pc:sldMkLst>
          <pc:docMk/>
          <pc:sldMk cId="534984670" sldId="278"/>
        </pc:sldMkLst>
      </pc:sldChg>
      <pc:sldChg chg="addSp delSp modSp add mod">
        <pc:chgData name="Wekoslav Stefanovski" userId="bb32c3697bb3823c" providerId="LiveId" clId="{E776377C-CAB7-426A-9D22-BF02F7663749}" dt="2023-10-09T07:47:39.598" v="517" actId="1076"/>
        <pc:sldMkLst>
          <pc:docMk/>
          <pc:sldMk cId="4239497324" sldId="279"/>
        </pc:sldMkLst>
      </pc:sldChg>
      <pc:sldChg chg="addSp delSp modSp add mod">
        <pc:chgData name="Wekoslav Stefanovski" userId="bb32c3697bb3823c" providerId="LiveId" clId="{E776377C-CAB7-426A-9D22-BF02F7663749}" dt="2023-10-09T07:48:19.919" v="569" actId="14100"/>
        <pc:sldMkLst>
          <pc:docMk/>
          <pc:sldMk cId="3102701645" sldId="280"/>
        </pc:sldMkLst>
      </pc:sldChg>
      <pc:sldChg chg="addSp delSp modSp add mod">
        <pc:chgData name="Wekoslav Stefanovski" userId="bb32c3697bb3823c" providerId="LiveId" clId="{E776377C-CAB7-426A-9D22-BF02F7663749}" dt="2023-10-09T07:49:46.530" v="662" actId="14100"/>
        <pc:sldMkLst>
          <pc:docMk/>
          <pc:sldMk cId="940241826" sldId="281"/>
        </pc:sldMkLst>
      </pc:sldChg>
      <pc:sldChg chg="addSp delSp modSp add mod">
        <pc:chgData name="Wekoslav Stefanovski" userId="bb32c3697bb3823c" providerId="LiveId" clId="{E776377C-CAB7-426A-9D22-BF02F7663749}" dt="2023-10-09T08:41:15.098" v="1062" actId="1076"/>
        <pc:sldMkLst>
          <pc:docMk/>
          <pc:sldMk cId="2920858206" sldId="282"/>
        </pc:sldMkLst>
      </pc:sldChg>
      <pc:sldChg chg="addSp delSp modSp add mod">
        <pc:chgData name="Wekoslav Stefanovski" userId="bb32c3697bb3823c" providerId="LiveId" clId="{E776377C-CAB7-426A-9D22-BF02F7663749}" dt="2023-10-09T08:42:38.542" v="1119" actId="14100"/>
        <pc:sldMkLst>
          <pc:docMk/>
          <pc:sldMk cId="1332033943" sldId="283"/>
        </pc:sldMkLst>
      </pc:sldChg>
      <pc:sldChg chg="addSp delSp modSp add mod">
        <pc:chgData name="Wekoslav Stefanovski" userId="bb32c3697bb3823c" providerId="LiveId" clId="{E776377C-CAB7-426A-9D22-BF02F7663749}" dt="2023-10-09T08:45:16.739" v="1242" actId="20577"/>
        <pc:sldMkLst>
          <pc:docMk/>
          <pc:sldMk cId="848384802" sldId="284"/>
        </pc:sldMkLst>
      </pc:sldChg>
      <pc:sldChg chg="addSp delSp modSp add mod">
        <pc:chgData name="Wekoslav Stefanovski" userId="bb32c3697bb3823c" providerId="LiveId" clId="{E776377C-CAB7-426A-9D22-BF02F7663749}" dt="2023-10-09T08:48:09.037" v="1352" actId="14100"/>
        <pc:sldMkLst>
          <pc:docMk/>
          <pc:sldMk cId="481704759" sldId="285"/>
        </pc:sldMkLst>
      </pc:sldChg>
      <pc:sldChg chg="modSp add mod ord">
        <pc:chgData name="Wekoslav Stefanovski" userId="bb32c3697bb3823c" providerId="LiveId" clId="{E776377C-CAB7-426A-9D22-BF02F7663749}" dt="2023-10-09T08:53:04.383" v="1525" actId="20577"/>
        <pc:sldMkLst>
          <pc:docMk/>
          <pc:sldMk cId="1731798783" sldId="286"/>
        </pc:sldMkLst>
      </pc:sldChg>
      <pc:sldChg chg="add">
        <pc:chgData name="Wekoslav Stefanovski" userId="bb32c3697bb3823c" providerId="LiveId" clId="{E776377C-CAB7-426A-9D22-BF02F7663749}" dt="2023-10-09T08:53:19.537" v="1526" actId="2890"/>
        <pc:sldMkLst>
          <pc:docMk/>
          <pc:sldMk cId="906773123" sldId="287"/>
        </pc:sldMkLst>
      </pc:sldChg>
      <pc:sldChg chg="modSp add mod">
        <pc:chgData name="Wekoslav Stefanovski" userId="bb32c3697bb3823c" providerId="LiveId" clId="{E776377C-CAB7-426A-9D22-BF02F7663749}" dt="2023-10-09T09:18:02.932" v="1712" actId="27636"/>
        <pc:sldMkLst>
          <pc:docMk/>
          <pc:sldMk cId="2448098769" sldId="288"/>
        </pc:sldMkLst>
      </pc:sldChg>
      <pc:sldChg chg="addSp modSp add mod">
        <pc:chgData name="Wekoslav Stefanovski" userId="bb32c3697bb3823c" providerId="LiveId" clId="{E776377C-CAB7-426A-9D22-BF02F7663749}" dt="2023-10-09T09:19:19.392" v="1861" actId="20577"/>
        <pc:sldMkLst>
          <pc:docMk/>
          <pc:sldMk cId="65884429" sldId="289"/>
        </pc:sldMkLst>
      </pc:sldChg>
      <pc:sldChg chg="addSp delSp modSp add mod">
        <pc:chgData name="Wekoslav Stefanovski" userId="bb32c3697bb3823c" providerId="LiveId" clId="{E776377C-CAB7-426A-9D22-BF02F7663749}" dt="2023-10-09T09:20:11.941" v="1948" actId="20577"/>
        <pc:sldMkLst>
          <pc:docMk/>
          <pc:sldMk cId="1191617613" sldId="290"/>
        </pc:sldMkLst>
      </pc:sldChg>
      <pc:sldChg chg="addSp delSp modSp add mod">
        <pc:chgData name="Wekoslav Stefanovski" userId="bb32c3697bb3823c" providerId="LiveId" clId="{E776377C-CAB7-426A-9D22-BF02F7663749}" dt="2023-10-09T09:21:01.788" v="2010" actId="6549"/>
        <pc:sldMkLst>
          <pc:docMk/>
          <pc:sldMk cId="2593956405" sldId="291"/>
        </pc:sldMkLst>
      </pc:sldChg>
    </pc:docChg>
  </pc:docChgLst>
  <pc:docChgLst>
    <pc:chgData name="Wekoslav Stefanovski" userId="bb32c3697bb3823c" providerId="LiveId" clId="{DB473320-6188-4A1B-9D8E-535DA9FC7262}"/>
    <pc:docChg chg="custSel delSld modSld sldOrd">
      <pc:chgData name="Wekoslav Stefanovski" userId="bb32c3697bb3823c" providerId="LiveId" clId="{DB473320-6188-4A1B-9D8E-535DA9FC7262}" dt="2024-10-12T16:53:18.155" v="50" actId="20577"/>
      <pc:docMkLst>
        <pc:docMk/>
      </pc:docMkLst>
      <pc:sldChg chg="modSp mod">
        <pc:chgData name="Wekoslav Stefanovski" userId="bb32c3697bb3823c" providerId="LiveId" clId="{DB473320-6188-4A1B-9D8E-535DA9FC7262}" dt="2024-10-12T16:53:18.155" v="50" actId="20577"/>
        <pc:sldMkLst>
          <pc:docMk/>
          <pc:sldMk cId="2637289428" sldId="259"/>
        </pc:sldMkLst>
      </pc:sldChg>
      <pc:sldChg chg="modSp mod">
        <pc:chgData name="Wekoslav Stefanovski" userId="bb32c3697bb3823c" providerId="LiveId" clId="{DB473320-6188-4A1B-9D8E-535DA9FC7262}" dt="2024-10-12T16:51:30.248" v="2"/>
        <pc:sldMkLst>
          <pc:docMk/>
          <pc:sldMk cId="2371489617" sldId="261"/>
        </pc:sldMkLst>
      </pc:sldChg>
      <pc:sldChg chg="ord">
        <pc:chgData name="Wekoslav Stefanovski" userId="bb32c3697bb3823c" providerId="LiveId" clId="{DB473320-6188-4A1B-9D8E-535DA9FC7262}" dt="2024-10-12T16:52:04.767" v="4"/>
        <pc:sldMkLst>
          <pc:docMk/>
          <pc:sldMk cId="1731798783" sldId="286"/>
        </pc:sldMkLst>
      </pc:sldChg>
      <pc:sldChg chg="del">
        <pc:chgData name="Wekoslav Stefanovski" userId="bb32c3697bb3823c" providerId="LiveId" clId="{DB473320-6188-4A1B-9D8E-535DA9FC7262}" dt="2024-10-07T13:24:05.787" v="0" actId="2696"/>
        <pc:sldMkLst>
          <pc:docMk/>
          <pc:sldMk cId="906773123" sldId="287"/>
        </pc:sldMkLst>
      </pc:sldChg>
      <pc:sldChg chg="ord">
        <pc:chgData name="Wekoslav Stefanovski" userId="bb32c3697bb3823c" providerId="LiveId" clId="{DB473320-6188-4A1B-9D8E-535DA9FC7262}" dt="2024-10-12T16:52:04.767" v="4"/>
        <pc:sldMkLst>
          <pc:docMk/>
          <pc:sldMk cId="2448098769" sldId="288"/>
        </pc:sldMkLst>
      </pc:sldChg>
      <pc:sldChg chg="ord">
        <pc:chgData name="Wekoslav Stefanovski" userId="bb32c3697bb3823c" providerId="LiveId" clId="{DB473320-6188-4A1B-9D8E-535DA9FC7262}" dt="2024-10-12T16:52:04.767" v="4"/>
        <pc:sldMkLst>
          <pc:docMk/>
          <pc:sldMk cId="65884429" sldId="289"/>
        </pc:sldMkLst>
      </pc:sldChg>
      <pc:sldChg chg="ord">
        <pc:chgData name="Wekoslav Stefanovski" userId="bb32c3697bb3823c" providerId="LiveId" clId="{DB473320-6188-4A1B-9D8E-535DA9FC7262}" dt="2024-10-12T16:52:04.767" v="4"/>
        <pc:sldMkLst>
          <pc:docMk/>
          <pc:sldMk cId="1191617613" sldId="290"/>
        </pc:sldMkLst>
      </pc:sldChg>
      <pc:sldChg chg="ord">
        <pc:chgData name="Wekoslav Stefanovski" userId="bb32c3697bb3823c" providerId="LiveId" clId="{DB473320-6188-4A1B-9D8E-535DA9FC7262}" dt="2024-10-12T16:52:04.767" v="4"/>
        <pc:sldMkLst>
          <pc:docMk/>
          <pc:sldMk cId="2593956405" sldId="291"/>
        </pc:sldMkLst>
      </pc:sldChg>
    </pc:docChg>
  </pc:docChgLst>
  <pc:docChgLst>
    <pc:chgData name="Wekoslav Stefanovski" userId="bb32c3697bb3823c" providerId="LiveId" clId="{4CB54BE4-A361-4132-878E-F443C8465F0E}"/>
    <pc:docChg chg="modSld">
      <pc:chgData name="Wekoslav Stefanovski" userId="bb32c3697bb3823c" providerId="LiveId" clId="{4CB54BE4-A361-4132-878E-F443C8465F0E}" dt="2025-10-01T19:10:13.258" v="0"/>
      <pc:docMkLst>
        <pc:docMk/>
      </pc:docMkLst>
      <pc:sldChg chg="modSp">
        <pc:chgData name="Wekoslav Stefanovski" userId="bb32c3697bb3823c" providerId="LiveId" clId="{4CB54BE4-A361-4132-878E-F443C8465F0E}" dt="2025-10-01T19:10:13.258" v="0"/>
        <pc:sldMkLst>
          <pc:docMk/>
          <pc:sldMk cId="2637289428" sldId="259"/>
        </pc:sldMkLst>
        <pc:spChg chg="mod">
          <ac:chgData name="Wekoslav Stefanovski" userId="bb32c3697bb3823c" providerId="LiveId" clId="{4CB54BE4-A361-4132-878E-F443C8465F0E}" dt="2025-10-01T19:10:13.258" v="0"/>
          <ac:spMkLst>
            <pc:docMk/>
            <pc:sldMk cId="2637289428" sldId="259"/>
            <ac:spMk id="3" creationId="{E0A67EAC-000C-2B1B-968B-A2CA7076807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7C14-660E-C75C-BBD9-6E249CB3E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1FA8B-1572-3184-EB6D-099B561F4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355FF-3E1C-6802-49C0-6418DDC1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7599-29A7-5ADF-9AFD-FCD6D10A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08D56-1961-B8F8-B88B-B4FF188D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F76-A3E1-E859-1F18-B5DD2428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92DA-7395-CCE6-002B-1862EA3D6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6635-8B51-1A07-F737-6F1BB290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77DE1-DCBC-2AEF-D234-EC816339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D882-B4B0-A1F2-FDC3-CB0C0BA1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B758-F694-43EF-A450-D04A3548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88F2D-B2A6-E30C-F37E-F5991E69C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1B48F-3207-A898-BD9D-55F854D7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081C-D9A3-6481-9BDE-D2EE2C3A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4BE96-427F-6E70-B550-BE3D2C80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4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B3DD-1A98-6EB9-F364-0BDBCFBD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4E639-4B2E-AED9-AB19-4FACD1774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48E2B-4123-2859-CCFB-04627A3B1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48EDA-F8A0-785D-5E8C-FE43E48A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1D623-357E-D926-8964-F17AA762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D44C3-4E2B-47B0-AD0D-8FE3B885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4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29B5-E80F-B0CA-957A-B6D9B181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1D17-58D3-2CC8-5387-6D1F3E7D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F0C81-A9A2-F470-5754-11BA7D86B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24071-A6B0-155C-7FA4-9E7DE46F8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A53BA-645E-E989-5DC3-777AE3EF9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397123-1FF9-D7B8-4B13-16FD75FE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C1F9F-C934-5AE1-FC8C-127EFACE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8001C-51AA-1951-D989-39F38F96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DBF7-5711-640E-1DF0-3ECA1334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0DBD8-50A6-87D9-FACE-DE18C2DA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14488-FD18-9099-411C-442FC988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B6FD6-6B6C-E8CA-9769-F5556E82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6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48E8D-8E8F-4C43-4008-B62A9E1D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D39E1-CF2A-C6F2-52A0-F49DDCF4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8B1B3-C291-EC80-CCDF-F8034FF3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4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DF46-E93B-59D4-8040-D8394A00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DF4D-C555-9169-64C5-3BB8EA87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13EFB-7257-A48D-5FDC-3467CE0C3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A5A7-A75A-5710-A277-5EBCA014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A7C07-E2FB-6F73-84F4-66B84C94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2EA71-916C-A7F1-BBEF-A721C9A5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2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B04A-C517-B81A-9C3E-61E55CCA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92F30-3A87-567D-A3C3-6AAF77D53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6BE21-CA13-69CF-A1B6-FECEFAB22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59757-A8B6-BACE-A42A-A9F20770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19DD9-065D-49E9-0349-F0FEEF10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899B4-0617-B404-74E0-0ED8C0A0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0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E7EB-2039-DEFE-572A-DD0D1692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80659-47A2-698E-01F0-DE8672BB3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4274A-1A59-5F10-235E-F3476FBF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39919-55CB-E7E5-06F9-868674EF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C87D-CF9E-7B45-51E3-C3C94CB4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16552-4CC1-4B4A-19E7-7E32AA449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6121B-3BC8-97FD-AD22-1D5F7DBAB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EB1F9-9E81-9C32-0788-1A2AC18F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CA7B-07DC-804E-94DF-BD639AF0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0723-5BF5-C121-865E-1DF17DA1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6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20C4B-F24D-3C24-07D0-DB70AF4D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9088F-FE5D-9F30-B07F-D8AF1FB69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299A2-D250-E73D-F49F-44D7070D2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70744-BFA5-3BE4-3201-C4D04900A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60856-0DE9-3588-7FE1-C1A6A60DD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ailto:vekoslav.stefanovski@uacs.edu.mk" TargetMode="External"/><Relationship Id="rId2" Type="http://schemas.openxmlformats.org/officeDocument/2006/relationships/hyperlink" Target="https://discord.gg/BPfpzjFNW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swekster" TargetMode="External"/><Relationship Id="rId5" Type="http://schemas.openxmlformats.org/officeDocument/2006/relationships/hyperlink" Target="https://github.com/sweko/uacs-internet-programming-2026" TargetMode="External"/><Relationship Id="rId4" Type="http://schemas.openxmlformats.org/officeDocument/2006/relationships/hyperlink" Target="mailto:swekster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65F-7CAF-2653-4F6D-7735ACD1E7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badi" panose="020F0502020204030204" pitchFamily="34" charset="0"/>
              </a:rPr>
              <a:t>Internet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E8579-F876-47B7-4420-B3F64EFEE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badi" panose="020B0604020104020204" pitchFamily="34" charset="0"/>
              </a:rPr>
              <a:t>#05- Functions and Control Structures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r>
              <a:rPr lang="en-US" sz="3200" dirty="0">
                <a:latin typeface="Abadi" panose="020B0604020104020204" pitchFamily="34" charset="0"/>
              </a:rPr>
              <a:t>Wekoslav Stefanovski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endParaRPr lang="en-US" sz="3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37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Conditional Statements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Loops</a:t>
            </a:r>
          </a:p>
          <a:p>
            <a:pPr lvl="1">
              <a:spcBef>
                <a:spcPts val="3000"/>
              </a:spcBef>
            </a:pPr>
            <a:r>
              <a:rPr lang="en-US" sz="2500" dirty="0">
                <a:latin typeface="Abadi" panose="020B0604020104020204" pitchFamily="34" charset="0"/>
              </a:rPr>
              <a:t>For loops</a:t>
            </a:r>
          </a:p>
          <a:p>
            <a:pPr lvl="1">
              <a:spcBef>
                <a:spcPts val="3000"/>
              </a:spcBef>
            </a:pPr>
            <a:r>
              <a:rPr lang="en-US" sz="2500" dirty="0">
                <a:latin typeface="Abadi" panose="020B0604020104020204" pitchFamily="34" charset="0"/>
              </a:rPr>
              <a:t>While loops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Error Handling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Working with functions</a:t>
            </a:r>
          </a:p>
        </p:txBody>
      </p:sp>
    </p:spTree>
    <p:extLst>
      <p:ext uri="{BB962C8B-B14F-4D97-AF65-F5344CB8AC3E}">
        <p14:creationId xmlns:p14="http://schemas.microsoft.com/office/powerpoint/2010/main" val="237148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if</a:t>
            </a:r>
            <a:r>
              <a:rPr lang="en-US" sz="2800" dirty="0">
                <a:latin typeface="Abadi" panose="020B0604020104020204" pitchFamily="34" charset="0"/>
              </a:rPr>
              <a:t> statement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else</a:t>
            </a:r>
            <a:r>
              <a:rPr lang="en-US" sz="2800" dirty="0">
                <a:latin typeface="Abadi" panose="020B0604020104020204" pitchFamily="34" charset="0"/>
              </a:rPr>
              <a:t> statement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switch</a:t>
            </a:r>
            <a:r>
              <a:rPr lang="en-US" sz="2800" dirty="0">
                <a:latin typeface="Abadi" panose="020B0604020104020204" pitchFamily="34" charset="0"/>
              </a:rPr>
              <a:t> statements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Booleans in JavaScript</a:t>
            </a:r>
          </a:p>
        </p:txBody>
      </p:sp>
    </p:spTree>
    <p:extLst>
      <p:ext uri="{BB962C8B-B14F-4D97-AF65-F5344CB8AC3E}">
        <p14:creationId xmlns:p14="http://schemas.microsoft.com/office/powerpoint/2010/main" val="1141998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If and Else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BA1BC3-C172-EEE5-CB39-3628B4458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1830733"/>
            <a:ext cx="10572960" cy="244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998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Switch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3B1C60-3282-F882-543D-E6A8FEC38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1623845"/>
            <a:ext cx="10968354" cy="431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37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Booleans in JavaScript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Truthy and Falsy values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Falsy: </a:t>
            </a:r>
            <a:r>
              <a:rPr lang="en-US" sz="2400" dirty="0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false, “”, 0, </a:t>
            </a:r>
            <a:r>
              <a:rPr lang="en-US" sz="2400" dirty="0" err="1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NaN</a:t>
            </a:r>
            <a:r>
              <a:rPr lang="en-US" sz="2400" dirty="0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, null, undefined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Truthy: everything else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Conditional operator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Cast-to-boolean “operator”</a:t>
            </a:r>
          </a:p>
        </p:txBody>
      </p:sp>
    </p:spTree>
    <p:extLst>
      <p:ext uri="{BB962C8B-B14F-4D97-AF65-F5344CB8AC3E}">
        <p14:creationId xmlns:p14="http://schemas.microsoft.com/office/powerpoint/2010/main" val="4061125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The basic </a:t>
            </a:r>
            <a:r>
              <a:rPr lang="en-US" sz="2400" dirty="0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for</a:t>
            </a:r>
            <a:r>
              <a:rPr lang="en-US" sz="2800" dirty="0">
                <a:latin typeface="Abadi" panose="020B0604020104020204" pitchFamily="34" charset="0"/>
              </a:rPr>
              <a:t> loop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The </a:t>
            </a:r>
            <a:r>
              <a:rPr lang="en-US" sz="2400" dirty="0" err="1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for..in</a:t>
            </a:r>
            <a:r>
              <a:rPr lang="en-US" sz="2400" dirty="0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 </a:t>
            </a:r>
            <a:r>
              <a:rPr lang="en-US" sz="2800" dirty="0">
                <a:latin typeface="Abadi" panose="020B0604020104020204" pitchFamily="34" charset="0"/>
              </a:rPr>
              <a:t>loop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The </a:t>
            </a:r>
            <a:r>
              <a:rPr lang="en-US" sz="2400" dirty="0" err="1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for..of</a:t>
            </a:r>
            <a:r>
              <a:rPr lang="en-US" sz="2400" dirty="0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 </a:t>
            </a:r>
            <a:r>
              <a:rPr lang="en-US" sz="2800" dirty="0">
                <a:latin typeface="Abadi" panose="020B0604020104020204" pitchFamily="34" charset="0"/>
              </a:rPr>
              <a:t>loop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Loop control statements - </a:t>
            </a:r>
            <a:r>
              <a:rPr lang="en-US" sz="2400" dirty="0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break</a:t>
            </a:r>
            <a:r>
              <a:rPr lang="en-US" sz="2800" dirty="0">
                <a:latin typeface="Abadi" panose="020B0604020104020204" pitchFamily="34" charset="0"/>
              </a:rPr>
              <a:t> and </a:t>
            </a:r>
            <a:r>
              <a:rPr lang="en-US" sz="2400" dirty="0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continue</a:t>
            </a:r>
          </a:p>
        </p:txBody>
      </p:sp>
    </p:spTree>
    <p:extLst>
      <p:ext uri="{BB962C8B-B14F-4D97-AF65-F5344CB8AC3E}">
        <p14:creationId xmlns:p14="http://schemas.microsoft.com/office/powerpoint/2010/main" val="534984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en-US" sz="2500" dirty="0">
                <a:latin typeface="Abadi" panose="020B0604020104020204" pitchFamily="34" charset="0"/>
              </a:rPr>
              <a:t>Most basic, commonly used, most complicated</a:t>
            </a:r>
          </a:p>
          <a:p>
            <a:pPr marL="0" indent="0">
              <a:spcBef>
                <a:spcPts val="2400"/>
              </a:spcBef>
              <a:buNone/>
            </a:pPr>
            <a:endParaRPr lang="en-US" sz="2500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75A1F-A7B2-71B0-AC65-E24360BAD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26" y="2466841"/>
            <a:ext cx="9963282" cy="193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434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For..in</a:t>
            </a:r>
            <a:r>
              <a:rPr lang="en-US" dirty="0">
                <a:latin typeface="Abadi" panose="020B0604020104020204" pitchFamily="34" charset="0"/>
              </a:rPr>
              <a:t>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en-US" sz="2500" dirty="0">
                <a:latin typeface="Abadi" panose="020B0604020104020204" pitchFamily="34" charset="0"/>
              </a:rPr>
              <a:t>Object iteration, not used very often, better alternatives exist</a:t>
            </a:r>
          </a:p>
          <a:p>
            <a:pPr marL="0" indent="0">
              <a:spcBef>
                <a:spcPts val="2400"/>
              </a:spcBef>
              <a:buNone/>
            </a:pPr>
            <a:endParaRPr lang="en-US" sz="2500" dirty="0"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D98E02-C04C-40DC-C61F-B61CA0F41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71" y="2635769"/>
            <a:ext cx="9217891" cy="222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497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For..of</a:t>
            </a:r>
            <a:r>
              <a:rPr lang="en-US" dirty="0">
                <a:latin typeface="Abadi" panose="020B0604020104020204" pitchFamily="34" charset="0"/>
              </a:rPr>
              <a:t>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en-US" sz="2500" dirty="0">
                <a:latin typeface="Abadi" panose="020B0604020104020204" pitchFamily="34" charset="0"/>
              </a:rPr>
              <a:t>Specifically designed for collection iteration</a:t>
            </a:r>
          </a:p>
          <a:p>
            <a:pPr marL="0" indent="0">
              <a:spcBef>
                <a:spcPts val="2400"/>
              </a:spcBef>
              <a:buNone/>
            </a:pPr>
            <a:endParaRPr lang="en-US" sz="2500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E9B8DD-99E3-4A48-31A8-84F9F72A3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2545000"/>
            <a:ext cx="7995280" cy="188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01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Break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Stops the loop execution</a:t>
            </a:r>
          </a:p>
          <a:p>
            <a:endParaRPr lang="en-US" sz="16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2000" b="1" i="0" dirty="0">
              <a:solidFill>
                <a:srgbClr val="D4D4D4"/>
              </a:solidFill>
              <a:effectLst/>
              <a:latin typeface="-apple-system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585F06-D008-A4B3-6383-79B85B6F3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939" y="2635248"/>
            <a:ext cx="8375205" cy="343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594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Continue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Skips the current iteration</a:t>
            </a:r>
          </a:p>
          <a:p>
            <a:endParaRPr lang="en-US" sz="16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2000" b="1" i="0" dirty="0">
              <a:solidFill>
                <a:srgbClr val="D4D4D4"/>
              </a:solidFill>
              <a:effectLst/>
              <a:latin typeface="-apple-syste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1600E7-E007-D23C-A637-B89C5475F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8" y="2596149"/>
            <a:ext cx="8713947" cy="314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241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55836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while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Abadi" panose="020B0604020104020204" pitchFamily="34" charset="0"/>
              </a:rPr>
              <a:t>do..while</a:t>
            </a:r>
            <a:endParaRPr lang="en-US" sz="28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Abadi" panose="020B0604020104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 dirty="0"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EFEFA0-7116-2C54-5F95-0A5702580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537" y="2619262"/>
            <a:ext cx="8902567" cy="12507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78348C-D6EA-9293-DC14-0EE102FEB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536" y="4967370"/>
            <a:ext cx="7731033" cy="134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785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Abadi" panose="020B0604020104020204" pitchFamily="34" charset="0"/>
              </a:rPr>
              <a:t>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389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Abadi" panose="020B0604020104020204" pitchFamily="34" charset="0"/>
              </a:rPr>
              <a:t>Why we need error handling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Abadi" panose="020B0604020104020204" pitchFamily="34" charset="0"/>
              </a:rPr>
              <a:t>Using the </a:t>
            </a:r>
            <a:r>
              <a:rPr lang="en-US" sz="2400" dirty="0" err="1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try..catch</a:t>
            </a:r>
            <a:r>
              <a:rPr lang="en-US" sz="2800" dirty="0">
                <a:latin typeface="Abadi" panose="020B0604020104020204" pitchFamily="34" charset="0"/>
              </a:rPr>
              <a:t> statement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Abadi" panose="020B0604020104020204" pitchFamily="34" charset="0"/>
              </a:rPr>
              <a:t>Using the </a:t>
            </a:r>
            <a:r>
              <a:rPr lang="en-US" sz="2400" dirty="0" err="1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try..finally</a:t>
            </a:r>
            <a:r>
              <a:rPr lang="en-US" sz="2800" dirty="0">
                <a:latin typeface="Abadi" panose="020B0604020104020204" pitchFamily="34" charset="0"/>
              </a:rPr>
              <a:t> statement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Abadi" panose="020B0604020104020204" pitchFamily="34" charset="0"/>
              </a:rPr>
              <a:t>Using the </a:t>
            </a:r>
            <a:r>
              <a:rPr lang="en-US" sz="2400" dirty="0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throw</a:t>
            </a:r>
            <a:r>
              <a:rPr lang="en-US" sz="2800" dirty="0">
                <a:latin typeface="Abadi" panose="020B0604020104020204" pitchFamily="34" charset="0"/>
              </a:rPr>
              <a:t> statement</a:t>
            </a:r>
          </a:p>
        </p:txBody>
      </p:sp>
    </p:spTree>
    <p:extLst>
      <p:ext uri="{BB962C8B-B14F-4D97-AF65-F5344CB8AC3E}">
        <p14:creationId xmlns:p14="http://schemas.microsoft.com/office/powerpoint/2010/main" val="17317987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3600" dirty="0">
                <a:latin typeface="Abadi" panose="020B0604020104020204" pitchFamily="34" charset="0"/>
              </a:rPr>
              <a:t>Why we need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389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latin typeface="Abadi" panose="020B0604020104020204" pitchFamily="34" charset="0"/>
              </a:rPr>
              <a:t>Graceful Failure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Abadi" panose="020B0604020104020204" pitchFamily="34" charset="0"/>
              </a:rPr>
              <a:t>Debugging and Troubleshooting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Abadi" panose="020B0604020104020204" pitchFamily="34" charset="0"/>
              </a:rPr>
              <a:t>Maintaining Data Integrity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Abadi" panose="020B0604020104020204" pitchFamily="34" charset="0"/>
              </a:rPr>
              <a:t>Security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Abadi" panose="020B0604020104020204" pitchFamily="34" charset="0"/>
              </a:rPr>
              <a:t>Enhancing User Experience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Abadi" panose="020B0604020104020204" pitchFamily="34" charset="0"/>
              </a:rPr>
              <a:t>Predictable Behaviour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Abadi" panose="020B0604020104020204" pitchFamily="34" charset="0"/>
              </a:rPr>
              <a:t>Robustness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Abadi" panose="020B0604020104020204" pitchFamily="34" charset="0"/>
              </a:rPr>
              <a:t>Reporting and Auditing</a:t>
            </a:r>
          </a:p>
        </p:txBody>
      </p:sp>
    </p:spTree>
    <p:extLst>
      <p:ext uri="{BB962C8B-B14F-4D97-AF65-F5344CB8AC3E}">
        <p14:creationId xmlns:p14="http://schemas.microsoft.com/office/powerpoint/2010/main" val="2448098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3600" dirty="0">
                <a:latin typeface="Abadi" panose="020B0604020104020204" pitchFamily="34" charset="0"/>
              </a:rPr>
              <a:t>Catching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389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latin typeface="Abadi" panose="020B0604020104020204" pitchFamily="34" charset="0"/>
              </a:rPr>
              <a:t>Code that might throw an error can be managed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Abadi" panose="020B0604020104020204" pitchFamily="34" charset="0"/>
              </a:rPr>
              <a:t>NEVER catch errors that you don’t know how to handle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9917E8-6E7A-A857-363B-321D0A965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089" y="3532005"/>
            <a:ext cx="5285177" cy="179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4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3600" dirty="0">
                <a:latin typeface="Abadi" panose="020B0604020104020204" pitchFamily="34" charset="0"/>
              </a:rPr>
              <a:t>Throwing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389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latin typeface="Abadi" panose="020B0604020104020204" pitchFamily="34" charset="0"/>
              </a:rPr>
              <a:t>Situation where some invariant is violated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Abadi" panose="020B0604020104020204" pitchFamily="34" charset="0"/>
              </a:rPr>
              <a:t>Error object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4C2D31-DE6E-8B7B-AFF9-085D16309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263" y="3281585"/>
            <a:ext cx="7479683" cy="184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617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3600" dirty="0">
                <a:latin typeface="Abadi" panose="020B0604020104020204" pitchFamily="34" charset="0"/>
              </a:rPr>
              <a:t>Cleaning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389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latin typeface="Abadi" panose="020B0604020104020204" pitchFamily="34" charset="0"/>
              </a:rPr>
              <a:t>Using some resource that has to be </a:t>
            </a:r>
            <a:r>
              <a:rPr lang="en-US" sz="2800">
                <a:latin typeface="Abadi" panose="020B0604020104020204" pitchFamily="34" charset="0"/>
              </a:rPr>
              <a:t>cleaned up</a:t>
            </a:r>
            <a:endParaRPr lang="en-US" sz="2800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4BC744-0CB3-FB29-6B53-DBBD5BE1E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512" y="3162967"/>
            <a:ext cx="7390848" cy="176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56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Abadi" panose="020B0604020104020204" pitchFamily="34" charset="0"/>
              </a:rPr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389"/>
            <a:ext cx="10515600" cy="435133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Creating functions</a:t>
            </a:r>
          </a:p>
          <a:p>
            <a:pPr lvl="1"/>
            <a:r>
              <a:rPr lang="en-US" sz="2500" dirty="0">
                <a:latin typeface="Abadi" panose="020B0604020104020204" pitchFamily="34" charset="0"/>
              </a:rPr>
              <a:t>Function declaration</a:t>
            </a:r>
          </a:p>
          <a:p>
            <a:pPr lvl="1"/>
            <a:r>
              <a:rPr lang="en-US" sz="2500" dirty="0">
                <a:latin typeface="Abadi" panose="020B0604020104020204" pitchFamily="34" charset="0"/>
              </a:rPr>
              <a:t>Function expression</a:t>
            </a:r>
          </a:p>
          <a:p>
            <a:pPr lvl="1"/>
            <a:r>
              <a:rPr lang="en-US" sz="2500" dirty="0">
                <a:latin typeface="Abadi" panose="020B0604020104020204" pitchFamily="34" charset="0"/>
              </a:rPr>
              <a:t>Immediately Invoked Function Expressions (IIFE)</a:t>
            </a:r>
          </a:p>
          <a:p>
            <a:r>
              <a:rPr lang="en-US" sz="2800" dirty="0">
                <a:latin typeface="Abadi" panose="020B0604020104020204" pitchFamily="34" charset="0"/>
              </a:rPr>
              <a:t>Calling functions</a:t>
            </a:r>
          </a:p>
          <a:p>
            <a:r>
              <a:rPr lang="en-US" sz="2800" dirty="0">
                <a:latin typeface="Abadi" panose="020B0604020104020204" pitchFamily="34" charset="0"/>
              </a:rPr>
              <a:t>Arrow functions</a:t>
            </a:r>
          </a:p>
          <a:p>
            <a:r>
              <a:rPr lang="en-US" sz="2800" dirty="0">
                <a:latin typeface="Abadi" panose="020B0604020104020204" pitchFamily="34" charset="0"/>
              </a:rPr>
              <a:t>Function scope</a:t>
            </a:r>
          </a:p>
          <a:p>
            <a:r>
              <a:rPr lang="en-US" sz="2800" dirty="0">
                <a:latin typeface="Abadi" panose="020B0604020104020204" pitchFamily="34" charset="0"/>
              </a:rPr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3174978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Abadi" panose="020B0604020104020204" pitchFamily="34" charset="0"/>
              </a:rPr>
              <a:t>Creating functions with declarations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389"/>
            <a:ext cx="10515600" cy="435133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A piece of code that we can call</a:t>
            </a:r>
          </a:p>
          <a:p>
            <a:r>
              <a:rPr lang="en-US" sz="2800" dirty="0">
                <a:latin typeface="Abadi" panose="020B0604020104020204" pitchFamily="34" charset="0"/>
              </a:rPr>
              <a:t>Parameters defined in the function</a:t>
            </a:r>
          </a:p>
          <a:p>
            <a:r>
              <a:rPr lang="en-US" sz="2800" dirty="0">
                <a:latin typeface="Abadi" panose="020B0604020104020204" pitchFamily="34" charset="0"/>
              </a:rPr>
              <a:t>Return value</a:t>
            </a:r>
          </a:p>
          <a:p>
            <a:r>
              <a:rPr lang="en-US" sz="2800" dirty="0">
                <a:latin typeface="Abadi" panose="020B0604020104020204" pitchFamily="34" charset="0"/>
              </a:rPr>
              <a:t>Function name</a:t>
            </a:r>
          </a:p>
          <a:p>
            <a:endParaRPr lang="en-US" sz="2800" dirty="0">
              <a:latin typeface="Abadi" panose="020B0604020104020204" pitchFamily="34" charset="0"/>
            </a:endParaRPr>
          </a:p>
          <a:p>
            <a:endParaRPr lang="en-US" sz="2800" dirty="0">
              <a:latin typeface="Abadi" panose="020B06040201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347CE6-E7EB-D5C0-A293-8DCB57047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366" y="3992058"/>
            <a:ext cx="9439554" cy="213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858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Abadi" panose="020B0604020104020204" pitchFamily="34" charset="0"/>
              </a:rPr>
              <a:t>Function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389"/>
            <a:ext cx="10515600" cy="435133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Sometimes we don’t need a name</a:t>
            </a:r>
          </a:p>
          <a:p>
            <a:endParaRPr lang="en-US" sz="2800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066AB-DEEC-6360-D279-3542A0C75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34" y="2459499"/>
            <a:ext cx="7665167" cy="1442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843B49-7387-3C69-0963-A193D958E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634" y="4107048"/>
            <a:ext cx="7674633" cy="134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33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Abadi" panose="020B0604020104020204" pitchFamily="34" charset="0"/>
              </a:rPr>
              <a:t>IIFE (iffy)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389"/>
            <a:ext cx="10515600" cy="435133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Sometimes we just need some code executed</a:t>
            </a:r>
          </a:p>
          <a:p>
            <a:r>
              <a:rPr lang="en-US" sz="2800" dirty="0">
                <a:latin typeface="Abadi" panose="020B0604020104020204" pitchFamily="34" charset="0"/>
              </a:rPr>
              <a:t>Variables and function encapsulation</a:t>
            </a:r>
          </a:p>
          <a:p>
            <a:r>
              <a:rPr lang="en-US" sz="2800" dirty="0">
                <a:latin typeface="Abadi" panose="020B0604020104020204" pitchFamily="34" charset="0"/>
              </a:rPr>
              <a:t>Does not pollute the global scope</a:t>
            </a:r>
          </a:p>
          <a:p>
            <a:endParaRPr lang="en-US" sz="2800" dirty="0"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75724E-3D6C-44EB-FBD4-2B5E057AE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3429000"/>
            <a:ext cx="6682100" cy="163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38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Abadi" panose="020B0604020104020204" pitchFamily="34" charset="0"/>
              </a:rPr>
              <a:t>Arrow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389"/>
            <a:ext cx="10515600" cy="435133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Removes the fluff</a:t>
            </a:r>
          </a:p>
          <a:p>
            <a:r>
              <a:rPr lang="en-US" sz="2800" dirty="0">
                <a:latin typeface="Abadi" panose="020B0604020104020204" pitchFamily="34" charset="0"/>
              </a:rPr>
              <a:t>Shorter and sometimes cleaner syntax</a:t>
            </a:r>
          </a:p>
          <a:p>
            <a:r>
              <a:rPr lang="en-US" sz="2800" dirty="0">
                <a:latin typeface="Abadi" panose="020B0604020104020204" pitchFamily="34" charset="0"/>
              </a:rPr>
              <a:t>Doesn’t bind this</a:t>
            </a:r>
          </a:p>
          <a:p>
            <a:endParaRPr lang="en-US" sz="2800" dirty="0">
              <a:latin typeface="Abadi" panose="020B0604020104020204" pitchFamily="34" charset="0"/>
            </a:endParaRPr>
          </a:p>
          <a:p>
            <a:endParaRPr lang="en-US" sz="2800" dirty="0">
              <a:latin typeface="Abadi" panose="020B0604020104020204" pitchFamily="34" charset="0"/>
            </a:endParaRPr>
          </a:p>
          <a:p>
            <a:pPr marL="342900" lvl="1" indent="0">
              <a:buNone/>
            </a:pPr>
            <a:r>
              <a:rPr lang="en-US" sz="2500" dirty="0">
                <a:latin typeface="Abadi" panose="020B0604020104020204" pitchFamily="34" charset="0"/>
              </a:rPr>
              <a:t>vs</a:t>
            </a:r>
          </a:p>
          <a:p>
            <a:endParaRPr lang="en-US" sz="2800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A17646-2FE8-2D7A-EBE6-6A79B0343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812" y="3430005"/>
            <a:ext cx="4128506" cy="7659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8D1223-AC94-95E8-79BA-89583DF96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812" y="4761166"/>
            <a:ext cx="3984974" cy="96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704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Twitter Handle - @swekster</a:t>
            </a:r>
          </a:p>
          <a:p>
            <a:r>
              <a:rPr lang="en-US" dirty="0">
                <a:latin typeface="Abadi" panose="020B0604020104020204" pitchFamily="34" charset="0"/>
              </a:rPr>
              <a:t>Discord Server - </a:t>
            </a:r>
            <a:r>
              <a:rPr lang="en-US" dirty="0">
                <a:latin typeface="Abadi" panose="020B0604020104020204" pitchFamily="34" charset="0"/>
                <a:hlinkClick r:id="rId2"/>
              </a:rPr>
              <a:t>https://discord.gg/BPfpzjFNWe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Email - </a:t>
            </a:r>
            <a:r>
              <a:rPr lang="en-US" dirty="0">
                <a:hlinkClick r:id="rId3"/>
              </a:rPr>
              <a:t>vekoslav.stefanovski@uacs.edu.mk</a:t>
            </a:r>
            <a:r>
              <a:rPr lang="en-US" dirty="0"/>
              <a:t>, </a:t>
            </a:r>
            <a:r>
              <a:rPr lang="en-US" dirty="0">
                <a:latin typeface="Abadi" panose="020B0604020104020204" pitchFamily="34" charset="0"/>
                <a:hlinkClick r:id="rId4"/>
              </a:rPr>
              <a:t>swekster@gmail.com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Github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>
                <a:latin typeface="Abadi" panose="020B0604020104020204" pitchFamily="34" charset="0"/>
              </a:rPr>
              <a:t>- </a:t>
            </a:r>
            <a:r>
              <a:rPr lang="en-US">
                <a:latin typeface="Abadi" panose="020B0604020104020204" pitchFamily="34" charset="0"/>
                <a:hlinkClick r:id="rId5"/>
              </a:rPr>
              <a:t>https://github.com/sweko/uacs-internet-programming-2026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Youtube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6"/>
              </a:rPr>
              <a:t>https://www.youtube.com/@swekster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28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CS Template.potx" id="{08DC6A8F-7F96-433E-A88E-2AF4AC21CEF5}" vid="{13EF5A67-143A-4FDE-9269-96140DA75D89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UACS Template - Lecture</Template>
  <TotalTime>130</TotalTime>
  <Words>373</Words>
  <Application>Microsoft Office PowerPoint</Application>
  <PresentationFormat>Widescreen</PresentationFormat>
  <Paragraphs>100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Abadi</vt:lpstr>
      <vt:lpstr>-apple-system</vt:lpstr>
      <vt:lpstr>Arial</vt:lpstr>
      <vt:lpstr>Calibri</vt:lpstr>
      <vt:lpstr>Calibri Light</vt:lpstr>
      <vt:lpstr>CaskaydiaCove NF</vt:lpstr>
      <vt:lpstr>FiraCode Nerd Font</vt:lpstr>
      <vt:lpstr>Office Theme</vt:lpstr>
      <vt:lpstr>Internet Programming</vt:lpstr>
      <vt:lpstr>Agenda</vt:lpstr>
      <vt:lpstr>Conditional Statements</vt:lpstr>
      <vt:lpstr>If and Else Statements</vt:lpstr>
      <vt:lpstr>Switch Statement</vt:lpstr>
      <vt:lpstr>Booleans in JavaScript </vt:lpstr>
      <vt:lpstr>For Loops</vt:lpstr>
      <vt:lpstr>For loop</vt:lpstr>
      <vt:lpstr>For..in loop</vt:lpstr>
      <vt:lpstr>For..of loop</vt:lpstr>
      <vt:lpstr>Break statement</vt:lpstr>
      <vt:lpstr>Continue statement</vt:lpstr>
      <vt:lpstr>While loops</vt:lpstr>
      <vt:lpstr>Error Handling</vt:lpstr>
      <vt:lpstr>Why we need error handling</vt:lpstr>
      <vt:lpstr>Catching errors</vt:lpstr>
      <vt:lpstr>Throwing errors</vt:lpstr>
      <vt:lpstr>Cleaning up</vt:lpstr>
      <vt:lpstr>Functions</vt:lpstr>
      <vt:lpstr>Creating functions with declarations</vt:lpstr>
      <vt:lpstr>Function expressions</vt:lpstr>
      <vt:lpstr>IIFE (iffy)</vt:lpstr>
      <vt:lpstr>Arrow Functions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Programming</dc:title>
  <dc:creator>Wekoslav Stefanovski</dc:creator>
  <cp:lastModifiedBy>Wekoslav Stefanovski</cp:lastModifiedBy>
  <cp:revision>3</cp:revision>
  <dcterms:created xsi:type="dcterms:W3CDTF">2023-10-09T07:16:52Z</dcterms:created>
  <dcterms:modified xsi:type="dcterms:W3CDTF">2026-10-13T09:42:03Z</dcterms:modified>
</cp:coreProperties>
</file>