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2266128D-66F2-4685-8FC3-E7C06A92FA07}"/>
    <pc:docChg chg="undo custSel addSld modSld">
      <pc:chgData name="Wekoslav Stefanovski" userId="bb32c3697bb3823c" providerId="LiveId" clId="{2266128D-66F2-4685-8FC3-E7C06A92FA07}" dt="2023-10-09T17:07:53.727" v="361" actId="20577"/>
      <pc:docMkLst>
        <pc:docMk/>
      </pc:docMkLst>
      <pc:sldChg chg="modSp mod">
        <pc:chgData name="Wekoslav Stefanovski" userId="bb32c3697bb3823c" providerId="LiveId" clId="{2266128D-66F2-4685-8FC3-E7C06A92FA07}" dt="2023-10-09T17:07:09.336" v="325" actId="20577"/>
        <pc:sldMkLst>
          <pc:docMk/>
          <pc:sldMk cId="1651794133" sldId="263"/>
        </pc:sldMkLst>
      </pc:sldChg>
      <pc:sldChg chg="modSp add mod">
        <pc:chgData name="Wekoslav Stefanovski" userId="bb32c3697bb3823c" providerId="LiveId" clId="{2266128D-66F2-4685-8FC3-E7C06A92FA07}" dt="2023-10-09T17:07:13.249" v="329" actId="20577"/>
        <pc:sldMkLst>
          <pc:docMk/>
          <pc:sldMk cId="3348550873" sldId="264"/>
        </pc:sldMkLst>
      </pc:sldChg>
      <pc:sldChg chg="modSp add mod">
        <pc:chgData name="Wekoslav Stefanovski" userId="bb32c3697bb3823c" providerId="LiveId" clId="{2266128D-66F2-4685-8FC3-E7C06A92FA07}" dt="2023-10-09T17:07:18.128" v="333" actId="20577"/>
        <pc:sldMkLst>
          <pc:docMk/>
          <pc:sldMk cId="677979460" sldId="265"/>
        </pc:sldMkLst>
      </pc:sldChg>
      <pc:sldChg chg="modSp add mod">
        <pc:chgData name="Wekoslav Stefanovski" userId="bb32c3697bb3823c" providerId="LiveId" clId="{2266128D-66F2-4685-8FC3-E7C06A92FA07}" dt="2023-10-09T17:07:22.713" v="337" actId="20577"/>
        <pc:sldMkLst>
          <pc:docMk/>
          <pc:sldMk cId="363225931" sldId="266"/>
        </pc:sldMkLst>
      </pc:sldChg>
      <pc:sldChg chg="modSp add mod">
        <pc:chgData name="Wekoslav Stefanovski" userId="bb32c3697bb3823c" providerId="LiveId" clId="{2266128D-66F2-4685-8FC3-E7C06A92FA07}" dt="2023-10-09T17:07:28.690" v="341" actId="20577"/>
        <pc:sldMkLst>
          <pc:docMk/>
          <pc:sldMk cId="670586451" sldId="267"/>
        </pc:sldMkLst>
      </pc:sldChg>
      <pc:sldChg chg="modSp add mod">
        <pc:chgData name="Wekoslav Stefanovski" userId="bb32c3697bb3823c" providerId="LiveId" clId="{2266128D-66F2-4685-8FC3-E7C06A92FA07}" dt="2023-10-09T17:07:33.175" v="345" actId="20577"/>
        <pc:sldMkLst>
          <pc:docMk/>
          <pc:sldMk cId="2236275249" sldId="268"/>
        </pc:sldMkLst>
      </pc:sldChg>
      <pc:sldChg chg="modSp add mod">
        <pc:chgData name="Wekoslav Stefanovski" userId="bb32c3697bb3823c" providerId="LiveId" clId="{2266128D-66F2-4685-8FC3-E7C06A92FA07}" dt="2023-10-09T17:07:38.721" v="349" actId="20577"/>
        <pc:sldMkLst>
          <pc:docMk/>
          <pc:sldMk cId="4017762865" sldId="269"/>
        </pc:sldMkLst>
      </pc:sldChg>
      <pc:sldChg chg="modSp add mod">
        <pc:chgData name="Wekoslav Stefanovski" userId="bb32c3697bb3823c" providerId="LiveId" clId="{2266128D-66F2-4685-8FC3-E7C06A92FA07}" dt="2023-10-09T17:07:43.540" v="353" actId="20577"/>
        <pc:sldMkLst>
          <pc:docMk/>
          <pc:sldMk cId="3153336825" sldId="270"/>
        </pc:sldMkLst>
      </pc:sldChg>
      <pc:sldChg chg="modSp add mod">
        <pc:chgData name="Wekoslav Stefanovski" userId="bb32c3697bb3823c" providerId="LiveId" clId="{2266128D-66F2-4685-8FC3-E7C06A92FA07}" dt="2023-10-09T17:07:49.090" v="357" actId="20577"/>
        <pc:sldMkLst>
          <pc:docMk/>
          <pc:sldMk cId="943428741" sldId="271"/>
        </pc:sldMkLst>
      </pc:sldChg>
      <pc:sldChg chg="modSp add mod">
        <pc:chgData name="Wekoslav Stefanovski" userId="bb32c3697bb3823c" providerId="LiveId" clId="{2266128D-66F2-4685-8FC3-E7C06A92FA07}" dt="2023-10-09T17:07:53.727" v="361" actId="20577"/>
        <pc:sldMkLst>
          <pc:docMk/>
          <pc:sldMk cId="3019506258" sldId="272"/>
        </pc:sldMkLst>
      </pc:sldChg>
    </pc:docChg>
  </pc:docChgLst>
  <pc:docChgLst>
    <pc:chgData name="Wekoslav Stefanovski" userId="bb32c3697bb3823c" providerId="LiveId" clId="{4CB54BE4-A361-4132-878E-F443C8465F0E}"/>
    <pc:docChg chg="modSld">
      <pc:chgData name="Wekoslav Stefanovski" userId="bb32c3697bb3823c" providerId="LiveId" clId="{4CB54BE4-A361-4132-878E-F443C8465F0E}" dt="2025-10-01T19:15:32.014" v="0"/>
      <pc:docMkLst>
        <pc:docMk/>
      </pc:docMkLst>
      <pc:sldChg chg="modSp">
        <pc:chgData name="Wekoslav Stefanovski" userId="bb32c3697bb3823c" providerId="LiveId" clId="{4CB54BE4-A361-4132-878E-F443C8465F0E}" dt="2025-10-01T19:15:32.014" v="0"/>
        <pc:sldMkLst>
          <pc:docMk/>
          <pc:sldMk cId="2637289428" sldId="259"/>
        </pc:sldMkLst>
        <pc:spChg chg="mod">
          <ac:chgData name="Wekoslav Stefanovski" userId="bb32c3697bb3823c" providerId="LiveId" clId="{4CB54BE4-A361-4132-878E-F443C8465F0E}" dt="2025-10-01T19:15:32.014" v="0"/>
          <ac:spMkLst>
            <pc:docMk/>
            <pc:sldMk cId="2637289428" sldId="259"/>
            <ac:spMk id="3" creationId="{E0A67EAC-000C-2B1B-968B-A2CA7076807E}"/>
          </ac:spMkLst>
        </pc:spChg>
      </pc:sldChg>
    </pc:docChg>
  </pc:docChgLst>
  <pc:docChgLst>
    <pc:chgData name="Wekoslav Stefanovski" userId="bb32c3697bb3823c" providerId="LiveId" clId="{723D019E-7BCE-4493-A86C-2BEB056F3C2A}"/>
    <pc:docChg chg="modSld">
      <pc:chgData name="Wekoslav Stefanovski" userId="bb32c3697bb3823c" providerId="LiveId" clId="{723D019E-7BCE-4493-A86C-2BEB056F3C2A}" dt="2024-10-12T16:55:01.799" v="0"/>
      <pc:docMkLst>
        <pc:docMk/>
      </pc:docMkLst>
      <pc:sldChg chg="modSp mod">
        <pc:chgData name="Wekoslav Stefanovski" userId="bb32c3697bb3823c" providerId="LiveId" clId="{723D019E-7BCE-4493-A86C-2BEB056F3C2A}" dt="2024-10-12T16:55:01.799" v="0"/>
        <pc:sldMkLst>
          <pc:docMk/>
          <pc:sldMk cId="263728942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7C14-660E-C75C-BBD9-6E249CB3E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D1FA8B-1572-3184-EB6D-099B561F4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355FF-3E1C-6802-49C0-6418DDC11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7599-29A7-5ADF-9AFD-FCD6D10A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8D56-1961-B8F8-B88B-B4FF188D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4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F76-A3E1-E859-1F18-B5DD2428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392DA-7395-CCE6-002B-1862EA3D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6635-8B51-1A07-F737-6F1BB290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77DE1-DCBC-2AEF-D234-EC816339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D882-B4B0-A1F2-FDC3-CB0C0BA1D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758-F694-43EF-A450-D04A35484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88F2D-B2A6-E30C-F37E-F5991E69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B48F-3207-A898-BD9D-55F854D7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F081C-D9A3-6481-9BDE-D2EE2C3A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BE96-427F-6E70-B550-BE3D2C80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43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3DD-1A98-6EB9-F364-0BDBCFBD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E639-4B2E-AED9-AB19-4FACD1774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48E2B-4123-2859-CCFB-04627A3B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EDA-F8A0-785D-5E8C-FE43E48A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1D623-357E-D926-8964-F17AA762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D44C3-4E2B-47B0-AD0D-8FE3B885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4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729B5-E80F-B0CA-957A-B6D9B181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D17-58D3-2CC8-5387-6D1F3E7D8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F0C81-A9A2-F470-5754-11BA7D86B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4071-A6B0-155C-7FA4-9E7DE46F8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CA53BA-645E-E989-5DC3-777AE3EF9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97123-1FF9-D7B8-4B13-16FD75FE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C1F9F-C934-5AE1-FC8C-127EFACE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8001C-51AA-1951-D989-39F38F96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DBF7-5711-640E-1DF0-3ECA1334D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DBD8-50A6-87D9-FACE-DE18C2DA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14488-FD18-9099-411C-442FC9889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B6FD6-6B6C-E8CA-9769-F5556E82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348E8D-8E8F-4C43-4008-B62A9E1D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D39E1-CF2A-C6F2-52A0-F49DDCF4A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8B1B3-C291-EC80-CCDF-F8034FF3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4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DF46-E93B-59D4-8040-D8394A00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DF4D-C555-9169-64C5-3BB8EA87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EFB-7257-A48D-5FDC-3467CE0C3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4A5A7-A75A-5710-A277-5EBCA014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A7C07-E2FB-6F73-84F4-66B84C94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2EA71-916C-A7F1-BBEF-A721C9A5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25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B04A-C517-B81A-9C3E-61E55CCA4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92F30-3A87-567D-A3C3-6AAF77D53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6BE21-CA13-69CF-A1B6-FECEFAB22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59757-A8B6-BACE-A42A-A9F20770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19DD9-065D-49E9-0349-F0FEEF10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899B4-0617-B404-74E0-0ED8C0A0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0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E7EB-2039-DEFE-572A-DD0D1692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0659-47A2-698E-01F0-DE8672BB3D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4274A-1A59-5F10-235E-F3476FBF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9919-55CB-E7E5-06F9-868674EF6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C87D-CF9E-7B45-51E3-C3C94CB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16552-4CC1-4B4A-19E7-7E32AA449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6121B-3BC8-97FD-AD22-1D5F7DBAB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EB1F9-9E81-9C32-0788-1A2AC18F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CA7B-07DC-804E-94DF-BD639AF0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0723-5BF5-C121-865E-1DF17DA1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66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20C4B-F24D-3C24-07D0-DB70AF4D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9088F-FE5D-9F30-B07F-D8AF1FB69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299A2-D250-E73D-F49F-44D7070D2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36D89-3664-4D4B-9D57-535A908AD601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70744-BFA5-3BE4-3201-C4D04900A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0856-0DE9-3588-7FE1-C1A6A60DD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D5561-890A-480A-9F5E-B2BAC0C4E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4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ikiwand.com/en/Pig_lati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vekoslav.stefanovski@uacs.edu.mk" TargetMode="External"/><Relationship Id="rId2" Type="http://schemas.openxmlformats.org/officeDocument/2006/relationships/hyperlink" Target="https://discord.gg/BPfpzjFNW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swekster" TargetMode="External"/><Relationship Id="rId5" Type="http://schemas.openxmlformats.org/officeDocument/2006/relationships/hyperlink" Target="https://github.com/sweko/uacs-internet-programming-2026" TargetMode="External"/><Relationship Id="rId4" Type="http://schemas.openxmlformats.org/officeDocument/2006/relationships/hyperlink" Target="mailto:swekster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A65F-7CAF-2653-4F6D-7735ACD1E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badi" panose="020F0502020204030204" pitchFamily="34" charset="0"/>
              </a:rPr>
              <a:t>Internet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E8579-F876-47B7-4420-B3F64EFEE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badi" panose="020B0604020104020204" pitchFamily="34" charset="0"/>
              </a:rPr>
              <a:t>Exercises #03</a:t>
            </a:r>
          </a:p>
          <a:p>
            <a:r>
              <a:rPr lang="en-US" sz="3200" dirty="0">
                <a:latin typeface="Abadi" panose="020B0604020104020204" pitchFamily="34" charset="0"/>
              </a:rPr>
              <a:t>Wekoslav Stefanovski</a:t>
            </a:r>
          </a:p>
          <a:p>
            <a:endParaRPr lang="en-US" sz="3200" dirty="0">
              <a:latin typeface="Abadi" panose="020B0604020104020204" pitchFamily="34" charset="0"/>
            </a:endParaRPr>
          </a:p>
          <a:p>
            <a:endParaRPr lang="en-US" sz="3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7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01. 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Write a JavaScript function that calculates the factorial of a given positive integer. Implement it using a for loop. Use recursion to implement it again.</a:t>
            </a: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askaydiaCove NF" panose="020B05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askaydiaCove NF" panose="020B05090202040302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5179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02. </a:t>
            </a:r>
            <a:r>
              <a:rPr lang="en-US" dirty="0" err="1">
                <a:latin typeface="Abadi" panose="020B0604020104020204" pitchFamily="34" charset="0"/>
              </a:rPr>
              <a:t>FizzBuzz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program that prints numbers from 1 to 100. For multiples of 3, print "Fizz" instead of the number. For multiples of 5, print "Buzz" instead of the number. For numbers that are multiples of both 3 and 5, print "</a:t>
            </a:r>
            <a:r>
              <a:rPr lang="en-US" sz="2800" dirty="0" err="1">
                <a:latin typeface="Abadi" panose="020B0604020104020204" pitchFamily="34" charset="0"/>
              </a:rPr>
              <a:t>FizzBuzz</a:t>
            </a:r>
            <a:r>
              <a:rPr lang="en-US" sz="2800" dirty="0">
                <a:latin typeface="Abadi" panose="020B0604020104020204" pitchFamily="34" charset="0"/>
              </a:rPr>
              <a:t>."</a:t>
            </a:r>
            <a:br>
              <a:rPr lang="en-US" sz="1600" b="0" dirty="0">
                <a:solidFill>
                  <a:srgbClr val="CCCCCC"/>
                </a:solidFill>
                <a:effectLst/>
                <a:latin typeface="CaskaydiaCove NF" panose="020B05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askaydiaCove NF" panose="020B05090202040302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348550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03. Check for a Prime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Write a function that checks if a given number is a prime number. A prime number is a positive integer greater than 1 that has no positive divisors other than 1 and itself.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77979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04. Sum of array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Write a function that calculates the sum of the squares of all elements in an array of numbers.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63225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05. Managing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an object representing a person with properties like name, age, and city. Create a function that will return a text description of the object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670586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06. Filter and 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Write a function that given an array of integers, will use the filter method to create a new array containing only even numbers. Then, use the reduce method to calculate the sum of these even numbers.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2236275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07. Name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Create a map where the keys are names, and the values are corresponding ages. Write a function that finds the oldest person in the map.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017762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08. Numbers to words (scary)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Write a function that takes a number as an argument and returns a string representing the number in words.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15333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09. Pig Latin (scary)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Abadi" panose="020B0604020104020204" pitchFamily="34" charset="0"/>
              </a:rPr>
              <a:t>Write a function that takes an English sentence as an argument and returns the same sentence in </a:t>
            </a:r>
            <a:r>
              <a:rPr lang="en-US" sz="2800" dirty="0">
                <a:latin typeface="Abadi" panose="020B0604020104020204" pitchFamily="34" charset="0"/>
                <a:hlinkClick r:id="rId2"/>
              </a:rPr>
              <a:t>Pig Latin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943428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7"/>
            <a:ext cx="10937905" cy="1325563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10. Quiz </a:t>
            </a:r>
            <a:r>
              <a:rPr lang="en-US" dirty="0">
                <a:latin typeface="Abadi" panose="020B0604020104020204" pitchFamily="34" charset="0"/>
              </a:rPr>
              <a:t>time!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555" y="2928033"/>
            <a:ext cx="5922236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>
                <a:latin typeface="Abadi" panose="020B0604020104020204" pitchFamily="34" charset="0"/>
              </a:rPr>
              <a:t>Create a simple quiz application where users can answer multiple-choice questions and receive feedback on their answers.</a:t>
            </a:r>
            <a:endParaRPr lang="en-US" sz="2000" b="0" i="0" dirty="0">
              <a:solidFill>
                <a:srgbClr val="D1D5DB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01950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87F6-3586-D77C-983D-ADD052431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67EAC-000C-2B1B-968B-A2CA7076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Twitter Handle - @swekster</a:t>
            </a:r>
          </a:p>
          <a:p>
            <a:r>
              <a:rPr lang="en-US" dirty="0">
                <a:latin typeface="Abadi" panose="020B0604020104020204" pitchFamily="34" charset="0"/>
              </a:rPr>
              <a:t>Discord Server -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https://discord.gg/BPfpzjFNWe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Email - </a:t>
            </a:r>
            <a:r>
              <a:rPr lang="en-US" dirty="0">
                <a:hlinkClick r:id="rId3"/>
              </a:rPr>
              <a:t>vekoslav.stefanovski@uacs.edu.mk</a:t>
            </a:r>
            <a:r>
              <a:rPr lang="en-US" dirty="0"/>
              <a:t>, </a:t>
            </a:r>
            <a:r>
              <a:rPr lang="en-US" dirty="0">
                <a:latin typeface="Abadi" panose="020B0604020104020204" pitchFamily="34" charset="0"/>
                <a:hlinkClick r:id="rId4"/>
              </a:rPr>
              <a:t>swekster@gmail.com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Github</a:t>
            </a:r>
            <a:r>
              <a:rPr lang="en-US" dirty="0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- </a:t>
            </a:r>
            <a:r>
              <a:rPr lang="en-US">
                <a:latin typeface="Abadi" panose="020B0604020104020204" pitchFamily="34" charset="0"/>
                <a:hlinkClick r:id="rId5"/>
              </a:rPr>
              <a:t>https://github.com/sweko/uacs-internet-programming-2026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 err="1">
                <a:latin typeface="Abadi" panose="020B0604020104020204" pitchFamily="34" charset="0"/>
              </a:rPr>
              <a:t>Youtube</a:t>
            </a:r>
            <a:r>
              <a:rPr lang="en-US" dirty="0">
                <a:latin typeface="Abadi" panose="020B0604020104020204" pitchFamily="34" charset="0"/>
              </a:rPr>
              <a:t> - </a:t>
            </a:r>
            <a:r>
              <a:rPr lang="en-US" dirty="0">
                <a:latin typeface="Abadi" panose="020B0604020104020204" pitchFamily="34" charset="0"/>
                <a:hlinkClick r:id="rId6"/>
              </a:rPr>
              <a:t>https://www.youtube.com/@swekster</a:t>
            </a:r>
            <a:endParaRPr 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</a:endParaRPr>
          </a:p>
          <a:p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89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ACS Template - Exercises.potx" id="{4F52ABC8-5823-455C-A083-6029444B9555}" vid="{41067C0B-97D4-4366-94AA-021CCE2DA4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 Template - Exercises</Template>
  <TotalTime>9</TotalTime>
  <Words>405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Abadi</vt:lpstr>
      <vt:lpstr>Arial</vt:lpstr>
      <vt:lpstr>Calibri</vt:lpstr>
      <vt:lpstr>Calibri Light</vt:lpstr>
      <vt:lpstr>CaskaydiaCove NF</vt:lpstr>
      <vt:lpstr>Söhne</vt:lpstr>
      <vt:lpstr>Office Theme</vt:lpstr>
      <vt:lpstr>Internet Programming</vt:lpstr>
      <vt:lpstr>01. Factorial</vt:lpstr>
      <vt:lpstr>02. FizzBuzz</vt:lpstr>
      <vt:lpstr>03. Check for a Prime Number</vt:lpstr>
      <vt:lpstr>04. Sum of array elements</vt:lpstr>
      <vt:lpstr>05. Managing objects</vt:lpstr>
      <vt:lpstr>06. Filter and reduce</vt:lpstr>
      <vt:lpstr>07. Name map</vt:lpstr>
      <vt:lpstr>08. Numbers to words (scary)</vt:lpstr>
      <vt:lpstr>09. Pig Latin (scary)</vt:lpstr>
      <vt:lpstr>10. Quiz time!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Programming</dc:title>
  <dc:creator>Wekoslav Stefanovski</dc:creator>
  <cp:lastModifiedBy>Wekoslav Stefanovski</cp:lastModifiedBy>
  <cp:revision>2</cp:revision>
  <dcterms:created xsi:type="dcterms:W3CDTF">2023-10-09T09:59:08Z</dcterms:created>
  <dcterms:modified xsi:type="dcterms:W3CDTF">2026-10-13T09:42:21Z</dcterms:modified>
</cp:coreProperties>
</file>