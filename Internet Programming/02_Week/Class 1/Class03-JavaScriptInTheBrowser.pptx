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60" r:id="rId4"/>
    <p:sldId id="262" r:id="rId5"/>
    <p:sldId id="276" r:id="rId6"/>
    <p:sldId id="277" r:id="rId7"/>
    <p:sldId id="278" r:id="rId8"/>
    <p:sldId id="264" r:id="rId9"/>
    <p:sldId id="259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1926" y="9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ekoslav Stefanovski" userId="bb32c3697bb3823c" providerId="LiveId" clId="{3538C6B4-2D7D-4933-BFBD-00187144CF0F}"/>
    <pc:docChg chg="undo custSel addSld delSld modSld">
      <pc:chgData name="Wekoslav Stefanovski" userId="bb32c3697bb3823c" providerId="LiveId" clId="{3538C6B4-2D7D-4933-BFBD-00187144CF0F}" dt="2023-10-01T19:17:04.564" v="1022" actId="47"/>
      <pc:docMkLst>
        <pc:docMk/>
      </pc:docMkLst>
      <pc:sldChg chg="del">
        <pc:chgData name="Wekoslav Stefanovski" userId="bb32c3697bb3823c" providerId="LiveId" clId="{3538C6B4-2D7D-4933-BFBD-00187144CF0F}" dt="2023-10-01T19:01:42.888" v="0" actId="47"/>
        <pc:sldMkLst>
          <pc:docMk/>
          <pc:sldMk cId="3373928603" sldId="258"/>
        </pc:sldMkLst>
      </pc:sldChg>
      <pc:sldChg chg="modSp mod">
        <pc:chgData name="Wekoslav Stefanovski" userId="bb32c3697bb3823c" providerId="LiveId" clId="{3538C6B4-2D7D-4933-BFBD-00187144CF0F}" dt="2023-10-01T19:04:23.034" v="323" actId="20577"/>
        <pc:sldMkLst>
          <pc:docMk/>
          <pc:sldMk cId="1111713007" sldId="260"/>
        </pc:sldMkLst>
      </pc:sldChg>
      <pc:sldChg chg="modSp mod">
        <pc:chgData name="Wekoslav Stefanovski" userId="bb32c3697bb3823c" providerId="LiveId" clId="{3538C6B4-2D7D-4933-BFBD-00187144CF0F}" dt="2023-10-01T19:02:51.378" v="166" actId="20577"/>
        <pc:sldMkLst>
          <pc:docMk/>
          <pc:sldMk cId="2371489617" sldId="261"/>
        </pc:sldMkLst>
      </pc:sldChg>
      <pc:sldChg chg="modSp mod">
        <pc:chgData name="Wekoslav Stefanovski" userId="bb32c3697bb3823c" providerId="LiveId" clId="{3538C6B4-2D7D-4933-BFBD-00187144CF0F}" dt="2023-10-01T19:07:22.587" v="510" actId="20577"/>
        <pc:sldMkLst>
          <pc:docMk/>
          <pc:sldMk cId="2979636932" sldId="262"/>
        </pc:sldMkLst>
      </pc:sldChg>
      <pc:sldChg chg="modSp del mod">
        <pc:chgData name="Wekoslav Stefanovski" userId="bb32c3697bb3823c" providerId="LiveId" clId="{3538C6B4-2D7D-4933-BFBD-00187144CF0F}" dt="2023-10-01T19:13:15.497" v="713" actId="47"/>
        <pc:sldMkLst>
          <pc:docMk/>
          <pc:sldMk cId="1651794133" sldId="263"/>
        </pc:sldMkLst>
      </pc:sldChg>
      <pc:sldChg chg="modSp mod">
        <pc:chgData name="Wekoslav Stefanovski" userId="bb32c3697bb3823c" providerId="LiveId" clId="{3538C6B4-2D7D-4933-BFBD-00187144CF0F}" dt="2023-10-01T19:16:50.781" v="1011" actId="2710"/>
        <pc:sldMkLst>
          <pc:docMk/>
          <pc:sldMk cId="1141998883" sldId="264"/>
        </pc:sldMkLst>
      </pc:sldChg>
      <pc:sldChg chg="del">
        <pc:chgData name="Wekoslav Stefanovski" userId="bb32c3697bb3823c" providerId="LiveId" clId="{3538C6B4-2D7D-4933-BFBD-00187144CF0F}" dt="2023-10-01T19:16:57.649" v="1012" actId="47"/>
        <pc:sldMkLst>
          <pc:docMk/>
          <pc:sldMk cId="4061125613" sldId="265"/>
        </pc:sldMkLst>
      </pc:sldChg>
      <pc:sldChg chg="del">
        <pc:chgData name="Wekoslav Stefanovski" userId="bb32c3697bb3823c" providerId="LiveId" clId="{3538C6B4-2D7D-4933-BFBD-00187144CF0F}" dt="2023-10-01T19:16:59.156" v="1013" actId="47"/>
        <pc:sldMkLst>
          <pc:docMk/>
          <pc:sldMk cId="2391434308" sldId="266"/>
        </pc:sldMkLst>
      </pc:sldChg>
      <pc:sldChg chg="del">
        <pc:chgData name="Wekoslav Stefanovski" userId="bb32c3697bb3823c" providerId="LiveId" clId="{3538C6B4-2D7D-4933-BFBD-00187144CF0F}" dt="2023-10-01T19:17:00.021" v="1014" actId="47"/>
        <pc:sldMkLst>
          <pc:docMk/>
          <pc:sldMk cId="1214594250" sldId="267"/>
        </pc:sldMkLst>
      </pc:sldChg>
      <pc:sldChg chg="del">
        <pc:chgData name="Wekoslav Stefanovski" userId="bb32c3697bb3823c" providerId="LiveId" clId="{3538C6B4-2D7D-4933-BFBD-00187144CF0F}" dt="2023-10-01T19:17:00.614" v="1015" actId="47"/>
        <pc:sldMkLst>
          <pc:docMk/>
          <pc:sldMk cId="2175785782" sldId="268"/>
        </pc:sldMkLst>
      </pc:sldChg>
      <pc:sldChg chg="del">
        <pc:chgData name="Wekoslav Stefanovski" userId="bb32c3697bb3823c" providerId="LiveId" clId="{3538C6B4-2D7D-4933-BFBD-00187144CF0F}" dt="2023-10-01T19:17:01.145" v="1016" actId="47"/>
        <pc:sldMkLst>
          <pc:docMk/>
          <pc:sldMk cId="3174978517" sldId="269"/>
        </pc:sldMkLst>
      </pc:sldChg>
      <pc:sldChg chg="del">
        <pc:chgData name="Wekoslav Stefanovski" userId="bb32c3697bb3823c" providerId="LiveId" clId="{3538C6B4-2D7D-4933-BFBD-00187144CF0F}" dt="2023-10-01T19:17:01.686" v="1017" actId="47"/>
        <pc:sldMkLst>
          <pc:docMk/>
          <pc:sldMk cId="1950019468" sldId="270"/>
        </pc:sldMkLst>
      </pc:sldChg>
      <pc:sldChg chg="del">
        <pc:chgData name="Wekoslav Stefanovski" userId="bb32c3697bb3823c" providerId="LiveId" clId="{3538C6B4-2D7D-4933-BFBD-00187144CF0F}" dt="2023-10-01T19:17:02.242" v="1018" actId="47"/>
        <pc:sldMkLst>
          <pc:docMk/>
          <pc:sldMk cId="3789626234" sldId="271"/>
        </pc:sldMkLst>
      </pc:sldChg>
      <pc:sldChg chg="del">
        <pc:chgData name="Wekoslav Stefanovski" userId="bb32c3697bb3823c" providerId="LiveId" clId="{3538C6B4-2D7D-4933-BFBD-00187144CF0F}" dt="2023-10-01T19:17:02.920" v="1019" actId="47"/>
        <pc:sldMkLst>
          <pc:docMk/>
          <pc:sldMk cId="3298003414" sldId="272"/>
        </pc:sldMkLst>
      </pc:sldChg>
      <pc:sldChg chg="del">
        <pc:chgData name="Wekoslav Stefanovski" userId="bb32c3697bb3823c" providerId="LiveId" clId="{3538C6B4-2D7D-4933-BFBD-00187144CF0F}" dt="2023-10-01T19:17:03.417" v="1020" actId="47"/>
        <pc:sldMkLst>
          <pc:docMk/>
          <pc:sldMk cId="2370137659" sldId="273"/>
        </pc:sldMkLst>
      </pc:sldChg>
      <pc:sldChg chg="del">
        <pc:chgData name="Wekoslav Stefanovski" userId="bb32c3697bb3823c" providerId="LiveId" clId="{3538C6B4-2D7D-4933-BFBD-00187144CF0F}" dt="2023-10-01T19:17:04" v="1021" actId="47"/>
        <pc:sldMkLst>
          <pc:docMk/>
          <pc:sldMk cId="2256590151" sldId="274"/>
        </pc:sldMkLst>
      </pc:sldChg>
      <pc:sldChg chg="del">
        <pc:chgData name="Wekoslav Stefanovski" userId="bb32c3697bb3823c" providerId="LiveId" clId="{3538C6B4-2D7D-4933-BFBD-00187144CF0F}" dt="2023-10-01T19:17:04.564" v="1022" actId="47"/>
        <pc:sldMkLst>
          <pc:docMk/>
          <pc:sldMk cId="1689881419" sldId="275"/>
        </pc:sldMkLst>
      </pc:sldChg>
      <pc:sldChg chg="modSp add mod">
        <pc:chgData name="Wekoslav Stefanovski" userId="bb32c3697bb3823c" providerId="LiveId" clId="{3538C6B4-2D7D-4933-BFBD-00187144CF0F}" dt="2023-10-01T19:09:51.690" v="710" actId="20577"/>
        <pc:sldMkLst>
          <pc:docMk/>
          <pc:sldMk cId="1780940224" sldId="276"/>
        </pc:sldMkLst>
      </pc:sldChg>
      <pc:sldChg chg="modSp add mod">
        <pc:chgData name="Wekoslav Stefanovski" userId="bb32c3697bb3823c" providerId="LiveId" clId="{3538C6B4-2D7D-4933-BFBD-00187144CF0F}" dt="2023-10-01T19:14:43.017" v="883" actId="20577"/>
        <pc:sldMkLst>
          <pc:docMk/>
          <pc:sldMk cId="3483017086" sldId="277"/>
        </pc:sldMkLst>
      </pc:sldChg>
      <pc:sldChg chg="addSp delSp modSp add mod">
        <pc:chgData name="Wekoslav Stefanovski" userId="bb32c3697bb3823c" providerId="LiveId" clId="{3538C6B4-2D7D-4933-BFBD-00187144CF0F}" dt="2023-10-01T19:15:27.688" v="888" actId="14100"/>
        <pc:sldMkLst>
          <pc:docMk/>
          <pc:sldMk cId="3382649754" sldId="278"/>
        </pc:sldMkLst>
      </pc:sldChg>
    </pc:docChg>
  </pc:docChgLst>
  <pc:docChgLst>
    <pc:chgData name="Wekoslav Stefanovski" userId="bb32c3697bb3823c" providerId="LiveId" clId="{4CB54BE4-A361-4132-878E-F443C8465F0E}"/>
    <pc:docChg chg="modSld">
      <pc:chgData name="Wekoslav Stefanovski" userId="bb32c3697bb3823c" providerId="LiveId" clId="{4CB54BE4-A361-4132-878E-F443C8465F0E}" dt="2025-10-01T19:09:38.324" v="0"/>
      <pc:docMkLst>
        <pc:docMk/>
      </pc:docMkLst>
      <pc:sldChg chg="modSp">
        <pc:chgData name="Wekoslav Stefanovski" userId="bb32c3697bb3823c" providerId="LiveId" clId="{4CB54BE4-A361-4132-878E-F443C8465F0E}" dt="2025-10-01T19:09:38.324" v="0"/>
        <pc:sldMkLst>
          <pc:docMk/>
          <pc:sldMk cId="2637289428" sldId="259"/>
        </pc:sldMkLst>
        <pc:spChg chg="mod">
          <ac:chgData name="Wekoslav Stefanovski" userId="bb32c3697bb3823c" providerId="LiveId" clId="{4CB54BE4-A361-4132-878E-F443C8465F0E}" dt="2025-10-01T19:09:38.324" v="0"/>
          <ac:spMkLst>
            <pc:docMk/>
            <pc:sldMk cId="2637289428" sldId="259"/>
            <ac:spMk id="3" creationId="{E0A67EAC-000C-2B1B-968B-A2CA7076807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77C14-660E-C75C-BBD9-6E249CB3E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D1FA8B-1572-3184-EB6D-099B561F41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5355FF-3E1C-6802-49C0-6418DDC11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36D89-3664-4D4B-9D57-535A908AD601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3C7599-29A7-5ADF-9AFD-FCD6D10A5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408D56-1961-B8F8-B88B-B4FF188D0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7413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B4F76-A3E1-E859-1F18-B5DD24281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1392DA-7395-CCE6-002B-1862EA3D67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FD6635-8B51-1A07-F737-6F1BB290B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36D89-3664-4D4B-9D57-535A908AD601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77DE1-DCBC-2AEF-D234-EC8163394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DCD882-B4B0-A1F2-FDC3-CB0C0BA1D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343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EB758-F694-43EF-A450-D04A35484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888F2D-B2A6-E30C-F37E-F5991E69C3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21B48F-3207-A898-BD9D-55F854D77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36D89-3664-4D4B-9D57-535A908AD601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F081C-D9A3-6481-9BDE-D2EE2C3AC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D4BE96-427F-6E70-B550-BE3D2C805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6431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3B3DD-1A98-6EB9-F364-0BDBCFBD6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F4E639-4B2E-AED9-AB19-4FACD17746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C48E2B-4123-2859-CCFB-04627A3B15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048EDA-F8A0-785D-5E8C-FE43E48AC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36D89-3664-4D4B-9D57-535A908AD601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F1D623-357E-D926-8964-F17AA762D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ED44C3-4E2B-47B0-AD0D-8FE3B885C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7451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729B5-E80F-B0CA-957A-B6D9B1818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911D17-58D3-2CC8-5387-6D1F3E7D88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DF0C81-A9A2-F470-5754-11BA7D86BC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C24071-A6B0-155C-7FA4-9E7DE46F8A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CA53BA-645E-E989-5DC3-777AE3EF9D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397123-1FF9-D7B8-4B13-16FD75FEE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36D89-3664-4D4B-9D57-535A908AD601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6C1F9F-C934-5AE1-FC8C-127EFACE4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48001C-51AA-1951-D989-39F38F96D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06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EDBF7-5711-640E-1DF0-3ECA1334D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10DBD8-50A6-87D9-FACE-DE18C2DA7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36D89-3664-4D4B-9D57-535A908AD601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B14488-FD18-9099-411C-442FC9889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4B6FD6-6B6C-E8CA-9769-F5556E825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369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348E8D-8E8F-4C43-4008-B62A9E1D6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36D89-3664-4D4B-9D57-535A908AD601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ED39E1-CF2A-C6F2-52A0-F49DDCF4A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A8B1B3-C291-EC80-CCDF-F8034FF3B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2469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5DF46-E93B-59D4-8040-D8394A00E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7DDF4D-C555-9169-64C5-3BB8EA8704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613EFB-7257-A48D-5FDC-3467CE0C36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44A5A7-A75A-5710-A277-5EBCA0145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36D89-3664-4D4B-9D57-535A908AD601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9A7C07-E2FB-6F73-84F4-66B84C949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92EA71-916C-A7F1-BBEF-A721C9A50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6259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1B04A-C517-B81A-9C3E-61E55CCA4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992F30-3A87-567D-A3C3-6AAF77D533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06BE21-CA13-69CF-A1B6-FECEFAB225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E59757-A8B6-BACE-A42A-A9F207703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36D89-3664-4D4B-9D57-535A908AD601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219DD9-065D-49E9-0349-F0FEEF10B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7899B4-0617-B404-74E0-0ED8C0A0E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3016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9E7EB-2039-DEFE-572A-DD0D1692F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E80659-47A2-698E-01F0-DE8672BB3D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C4274A-1A59-5F10-235E-F3476FBFF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36D89-3664-4D4B-9D57-535A908AD601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539919-55CB-E7E5-06F9-868674EF6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1C87D-CF9E-7B45-51E3-C3C94CB44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630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6C16552-4CC1-4B4A-19E7-7E32AA4498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36121B-3BC8-97FD-AD22-1D5F7DBABC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EB1F9-9E81-9C32-0788-1A2AC18F4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36D89-3664-4D4B-9D57-535A908AD601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DECA7B-07DC-804E-94DF-BD639AF02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40723-5BF5-C121-865E-1DF17DA10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9668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4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D20C4B-F24D-3C24-07D0-DB70AF4D7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89088F-FE5D-9F30-B07F-D8AF1FB691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6299A2-D250-E73D-F49F-44D7070D28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236D89-3664-4D4B-9D57-535A908AD601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E70744-BFA5-3BE4-3201-C4D04900AF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860856-0DE9-3588-7FE1-C1A6A60DD7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948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Relationship Id="rId4" Type="http://schemas.openxmlformats.org/officeDocument/2006/relationships/image" Target="../media/image2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mailto:vekoslav.stefanovski@uacs.edu.mk" TargetMode="External"/><Relationship Id="rId2" Type="http://schemas.openxmlformats.org/officeDocument/2006/relationships/hyperlink" Target="https://discord.gg/BPfpzjFNWe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youtube.com/@swekster" TargetMode="External"/><Relationship Id="rId5" Type="http://schemas.openxmlformats.org/officeDocument/2006/relationships/hyperlink" Target="https://github.com/sweko/uacs-internet-programming-2026" TargetMode="External"/><Relationship Id="rId4" Type="http://schemas.openxmlformats.org/officeDocument/2006/relationships/hyperlink" Target="mailto:swekster@gmail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0A65F-7CAF-2653-4F6D-7735ACD1E7A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000" dirty="0">
                <a:latin typeface="Abadi" panose="020F0502020204030204" pitchFamily="34" charset="0"/>
              </a:rPr>
              <a:t>Internet Programming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4E8579-F876-47B7-4420-B3F64EFEE1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Abadi" panose="020B0604020104020204" pitchFamily="34" charset="0"/>
              </a:rPr>
              <a:t>#03- JavaScript in the Browser</a:t>
            </a:r>
          </a:p>
          <a:p>
            <a:endParaRPr lang="en-US" sz="3200" dirty="0">
              <a:latin typeface="Abadi" panose="020B0604020104020204" pitchFamily="34" charset="0"/>
            </a:endParaRPr>
          </a:p>
          <a:p>
            <a:r>
              <a:rPr lang="en-US" sz="3200" dirty="0">
                <a:latin typeface="Abadi" panose="020B0604020104020204" pitchFamily="34" charset="0"/>
              </a:rPr>
              <a:t>Wekoslav Stefanovski</a:t>
            </a:r>
          </a:p>
          <a:p>
            <a:endParaRPr lang="en-US" sz="3200" dirty="0">
              <a:latin typeface="Abadi" panose="020B0604020104020204" pitchFamily="34" charset="0"/>
            </a:endParaRPr>
          </a:p>
          <a:p>
            <a:endParaRPr lang="en-US" sz="3200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03775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187F6-3586-D77C-983D-ADD052431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67EAC-000C-2B1B-968B-A2CA70768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3000"/>
              </a:spcBef>
            </a:pPr>
            <a:r>
              <a:rPr lang="en-US" sz="2800" dirty="0">
                <a:latin typeface="Abadi" panose="020B0604020104020204" pitchFamily="34" charset="0"/>
              </a:rPr>
              <a:t>Connecting HTML and JavaScript</a:t>
            </a:r>
          </a:p>
          <a:p>
            <a:pPr>
              <a:spcBef>
                <a:spcPts val="3000"/>
              </a:spcBef>
            </a:pPr>
            <a:r>
              <a:rPr lang="en-US" sz="2800" dirty="0">
                <a:latin typeface="Abadi" panose="020B0604020104020204" pitchFamily="34" charset="0"/>
              </a:rPr>
              <a:t>Inline JavaScript</a:t>
            </a:r>
          </a:p>
          <a:p>
            <a:pPr>
              <a:spcBef>
                <a:spcPts val="3000"/>
              </a:spcBef>
            </a:pPr>
            <a:r>
              <a:rPr lang="en-US" sz="2800" dirty="0">
                <a:latin typeface="Abadi" panose="020B0604020104020204" pitchFamily="34" charset="0"/>
              </a:rPr>
              <a:t>External JavaScript Files</a:t>
            </a:r>
          </a:p>
          <a:p>
            <a:pPr>
              <a:spcBef>
                <a:spcPts val="3000"/>
              </a:spcBef>
            </a:pPr>
            <a:r>
              <a:rPr lang="en-US" sz="2800" dirty="0">
                <a:latin typeface="Abadi" panose="020B0604020104020204" pitchFamily="34" charset="0"/>
              </a:rPr>
              <a:t>Asynchronous and Deferred Loading</a:t>
            </a:r>
          </a:p>
          <a:p>
            <a:pPr>
              <a:spcBef>
                <a:spcPts val="3000"/>
              </a:spcBef>
            </a:pPr>
            <a:r>
              <a:rPr lang="en-US" sz="2800" dirty="0">
                <a:latin typeface="Abadi" panose="020B0604020104020204" pitchFamily="34" charset="0"/>
              </a:rPr>
              <a:t>Inspecting JavaScript in the Browser</a:t>
            </a:r>
          </a:p>
        </p:txBody>
      </p:sp>
    </p:spTree>
    <p:extLst>
      <p:ext uri="{BB962C8B-B14F-4D97-AF65-F5344CB8AC3E}">
        <p14:creationId xmlns:p14="http://schemas.microsoft.com/office/powerpoint/2010/main" val="23714896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187F6-3586-D77C-983D-ADD052431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7"/>
            <a:ext cx="10937905" cy="1325563"/>
          </a:xfrm>
        </p:spPr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Connecting HTML and JavaScript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67EAC-000C-2B1B-968B-A2CA70768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Abadi" panose="020B0604020104020204" pitchFamily="34" charset="0"/>
              </a:rPr>
              <a:t>JavaScript in the browser does nothing by itself</a:t>
            </a:r>
          </a:p>
          <a:p>
            <a:pPr algn="l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Abadi" panose="020B0604020104020204" pitchFamily="34" charset="0"/>
              </a:rPr>
              <a:t>We can write it directly into HTML files</a:t>
            </a:r>
          </a:p>
          <a:p>
            <a:pPr algn="l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Abadi" panose="020B0604020104020204" pitchFamily="34" charset="0"/>
              </a:rPr>
              <a:t>We can load it externally</a:t>
            </a:r>
          </a:p>
          <a:p>
            <a:pPr lvl="1">
              <a:spcBef>
                <a:spcPts val="2400"/>
              </a:spcBef>
            </a:pPr>
            <a:r>
              <a:rPr lang="en-US" sz="2500" dirty="0">
                <a:latin typeface="Abadi" panose="020B0604020104020204" pitchFamily="34" charset="0"/>
              </a:rPr>
              <a:t>Synchronously</a:t>
            </a:r>
          </a:p>
          <a:p>
            <a:pPr lvl="1">
              <a:spcBef>
                <a:spcPts val="2400"/>
              </a:spcBef>
            </a:pPr>
            <a:r>
              <a:rPr lang="en-US" sz="2500" dirty="0">
                <a:latin typeface="Abadi" panose="020B0604020104020204" pitchFamily="34" charset="0"/>
              </a:rPr>
              <a:t>Asynchronously</a:t>
            </a:r>
          </a:p>
        </p:txBody>
      </p:sp>
    </p:spTree>
    <p:extLst>
      <p:ext uri="{BB962C8B-B14F-4D97-AF65-F5344CB8AC3E}">
        <p14:creationId xmlns:p14="http://schemas.microsoft.com/office/powerpoint/2010/main" val="11117130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4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187F6-3586-D77C-983D-ADD052431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7"/>
            <a:ext cx="10937905" cy="1325563"/>
          </a:xfrm>
        </p:spPr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Inline JavaScript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67EAC-000C-2B1B-968B-A2CA70768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Abadi" panose="020B0604020104020204" pitchFamily="34" charset="0"/>
              </a:rPr>
              <a:t>Uses a </a:t>
            </a:r>
            <a:r>
              <a:rPr lang="en-US" sz="2400" dirty="0">
                <a:solidFill>
                  <a:srgbClr val="FFFF00"/>
                </a:solidFill>
                <a:highlight>
                  <a:srgbClr val="0000FF"/>
                </a:highlight>
                <a:latin typeface="FiraCode Nerd Font" panose="020B0809050000020004" pitchFamily="50" charset="0"/>
                <a:ea typeface="FiraCode Nerd Font" panose="020B0809050000020004" pitchFamily="50" charset="0"/>
              </a:rPr>
              <a:t>&lt;script&gt;</a:t>
            </a:r>
            <a:r>
              <a:rPr lang="en-US" sz="2800" dirty="0">
                <a:solidFill>
                  <a:srgbClr val="FFFF00"/>
                </a:solidFill>
                <a:highlight>
                  <a:srgbClr val="0000FF"/>
                </a:highlight>
                <a:latin typeface="Abadi" panose="020B0604020104020204" pitchFamily="34" charset="0"/>
              </a:rPr>
              <a:t> </a:t>
            </a:r>
            <a:r>
              <a:rPr lang="en-US" sz="2800" dirty="0">
                <a:latin typeface="Abadi" panose="020B0604020104020204" pitchFamily="34" charset="0"/>
              </a:rPr>
              <a:t>tag with no attributes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Abadi" panose="020B0604020104020204" pitchFamily="34" charset="0"/>
              </a:rPr>
              <a:t>Same file as the HTML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Abadi" panose="020B0604020104020204" pitchFamily="34" charset="0"/>
              </a:rPr>
              <a:t>Executes immediately at the place where it’s defined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Abadi" panose="020B0604020104020204" pitchFamily="34" charset="0"/>
              </a:rPr>
              <a:t>Useful for experimenting</a:t>
            </a:r>
          </a:p>
        </p:txBody>
      </p:sp>
    </p:spTree>
    <p:extLst>
      <p:ext uri="{BB962C8B-B14F-4D97-AF65-F5344CB8AC3E}">
        <p14:creationId xmlns:p14="http://schemas.microsoft.com/office/powerpoint/2010/main" val="29796369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4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187F6-3586-D77C-983D-ADD052431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7"/>
            <a:ext cx="10937905" cy="1325563"/>
          </a:xfrm>
        </p:spPr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External JavaScript 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67EAC-000C-2B1B-968B-A2CA70768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Abadi" panose="020B0604020104020204" pitchFamily="34" charset="0"/>
              </a:rPr>
              <a:t>Uses a separate file, usually with a .</a:t>
            </a:r>
            <a:r>
              <a:rPr lang="en-US" sz="2800" dirty="0" err="1">
                <a:latin typeface="Abadi" panose="020B0604020104020204" pitchFamily="34" charset="0"/>
              </a:rPr>
              <a:t>js</a:t>
            </a:r>
            <a:r>
              <a:rPr lang="en-US" sz="2800" dirty="0">
                <a:latin typeface="Abadi" panose="020B0604020104020204" pitchFamily="34" charset="0"/>
              </a:rPr>
              <a:t> extension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Abadi" panose="020B0604020104020204" pitchFamily="34" charset="0"/>
              </a:rPr>
              <a:t>Included inside the HTML with a </a:t>
            </a:r>
            <a:r>
              <a:rPr lang="en-US" sz="2400" dirty="0">
                <a:solidFill>
                  <a:srgbClr val="FFFF00"/>
                </a:solidFill>
                <a:highlight>
                  <a:srgbClr val="0000FF"/>
                </a:highlight>
                <a:latin typeface="FiraCode Nerd Font" panose="020B0809050000020004" pitchFamily="50" charset="0"/>
                <a:ea typeface="FiraCode Nerd Font" panose="020B0809050000020004" pitchFamily="50" charset="0"/>
              </a:rPr>
              <a:t>&lt;script&gt;</a:t>
            </a:r>
            <a:r>
              <a:rPr lang="en-US" sz="2800" dirty="0">
                <a:solidFill>
                  <a:srgbClr val="FFFF00"/>
                </a:solidFill>
                <a:highlight>
                  <a:srgbClr val="0000FF"/>
                </a:highlight>
                <a:latin typeface="Abadi" panose="020B0604020104020204" pitchFamily="34" charset="0"/>
              </a:rPr>
              <a:t> </a:t>
            </a:r>
            <a:r>
              <a:rPr lang="en-US" sz="2800" dirty="0">
                <a:latin typeface="Abadi" panose="020B0604020104020204" pitchFamily="34" charset="0"/>
              </a:rPr>
              <a:t> tag with a </a:t>
            </a:r>
            <a:r>
              <a:rPr lang="en-US" sz="2400" dirty="0" err="1">
                <a:solidFill>
                  <a:srgbClr val="FFFF00"/>
                </a:solidFill>
                <a:highlight>
                  <a:srgbClr val="0000FF"/>
                </a:highlight>
                <a:latin typeface="FiraCode Nerd Font" panose="020B0809050000020004" pitchFamily="50" charset="0"/>
                <a:ea typeface="FiraCode Nerd Font" panose="020B0809050000020004" pitchFamily="50" charset="0"/>
              </a:rPr>
              <a:t>src</a:t>
            </a:r>
            <a:r>
              <a:rPr lang="en-US" sz="2800" dirty="0">
                <a:latin typeface="Abadi" panose="020B0604020104020204" pitchFamily="34" charset="0"/>
              </a:rPr>
              <a:t> attribute</a:t>
            </a:r>
          </a:p>
          <a:p>
            <a:pPr lvl="1">
              <a:lnSpc>
                <a:spcPct val="150000"/>
              </a:lnSpc>
            </a:pPr>
            <a:r>
              <a:rPr lang="en-US" sz="2500" dirty="0">
                <a:latin typeface="Abadi" panose="020B0604020104020204" pitchFamily="34" charset="0"/>
              </a:rPr>
              <a:t>Inclusion in body</a:t>
            </a:r>
          </a:p>
          <a:p>
            <a:pPr lvl="1">
              <a:lnSpc>
                <a:spcPct val="150000"/>
              </a:lnSpc>
            </a:pPr>
            <a:r>
              <a:rPr lang="en-US" sz="2500" dirty="0">
                <a:latin typeface="Abadi" panose="020B0604020104020204" pitchFamily="34" charset="0"/>
              </a:rPr>
              <a:t>Inclusion in head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Abadi" panose="020B0604020104020204" pitchFamily="34" charset="0"/>
              </a:rPr>
              <a:t>We can control execution strategies</a:t>
            </a:r>
          </a:p>
        </p:txBody>
      </p:sp>
    </p:spTree>
    <p:extLst>
      <p:ext uri="{BB962C8B-B14F-4D97-AF65-F5344CB8AC3E}">
        <p14:creationId xmlns:p14="http://schemas.microsoft.com/office/powerpoint/2010/main" val="17809402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4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187F6-3586-D77C-983D-ADD052431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7"/>
            <a:ext cx="10937905" cy="1325563"/>
          </a:xfrm>
        </p:spPr>
        <p:txBody>
          <a:bodyPr/>
          <a:lstStyle/>
          <a:p>
            <a:pPr>
              <a:spcBef>
                <a:spcPts val="3000"/>
              </a:spcBef>
            </a:pPr>
            <a:r>
              <a:rPr lang="en-US" dirty="0">
                <a:latin typeface="Abadi" panose="020B0604020104020204" pitchFamily="34" charset="0"/>
              </a:rPr>
              <a:t>Asynchronous and Deferred Loading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67EAC-000C-2B1B-968B-A2CA70768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Abadi" panose="020B0604020104020204" pitchFamily="34" charset="0"/>
              </a:rPr>
              <a:t>We can add the </a:t>
            </a:r>
            <a:r>
              <a:rPr lang="en-US" sz="2800" i="1" dirty="0">
                <a:latin typeface="Abadi" panose="020B0604020104020204" pitchFamily="34" charset="0"/>
              </a:rPr>
              <a:t>async </a:t>
            </a:r>
            <a:r>
              <a:rPr lang="en-US" sz="2800" dirty="0">
                <a:latin typeface="Abadi" panose="020B0604020104020204" pitchFamily="34" charset="0"/>
              </a:rPr>
              <a:t>attribute to the script tag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Abadi" panose="020B0604020104020204" pitchFamily="34" charset="0"/>
              </a:rPr>
              <a:t>We can add the </a:t>
            </a:r>
            <a:r>
              <a:rPr lang="en-US" sz="2800" i="1" dirty="0">
                <a:latin typeface="Abadi" panose="020B0604020104020204" pitchFamily="34" charset="0"/>
              </a:rPr>
              <a:t>defer </a:t>
            </a:r>
            <a:r>
              <a:rPr lang="en-US" sz="2800" dirty="0">
                <a:latin typeface="Abadi" panose="020B0604020104020204" pitchFamily="34" charset="0"/>
              </a:rPr>
              <a:t>attribute to the script tag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Abadi" panose="020B0604020104020204" pitchFamily="34" charset="0"/>
              </a:rPr>
              <a:t>If we add them both, async takes precedence</a:t>
            </a:r>
          </a:p>
          <a:p>
            <a:pPr marL="342900" lvl="1" indent="0">
              <a:lnSpc>
                <a:spcPct val="150000"/>
              </a:lnSpc>
              <a:buNone/>
            </a:pPr>
            <a:endParaRPr lang="en-US" sz="2500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30170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4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187F6-3586-D77C-983D-ADD052431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7"/>
            <a:ext cx="10937905" cy="1325563"/>
          </a:xfrm>
        </p:spPr>
        <p:txBody>
          <a:bodyPr/>
          <a:lstStyle/>
          <a:p>
            <a:pPr>
              <a:spcBef>
                <a:spcPts val="3000"/>
              </a:spcBef>
            </a:pPr>
            <a:r>
              <a:rPr lang="en-US" dirty="0">
                <a:latin typeface="Abadi" panose="020B0604020104020204" pitchFamily="34" charset="0"/>
              </a:rPr>
              <a:t>Asynchronous and Deferred Loading</a:t>
            </a:r>
          </a:p>
        </p:txBody>
      </p:sp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6072D4AC-A629-D6C2-AD84-0E5D901CE3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8" y="1618664"/>
            <a:ext cx="10770073" cy="4458863"/>
          </a:xfrm>
        </p:spPr>
      </p:pic>
    </p:spTree>
    <p:extLst>
      <p:ext uri="{BB962C8B-B14F-4D97-AF65-F5344CB8AC3E}">
        <p14:creationId xmlns:p14="http://schemas.microsoft.com/office/powerpoint/2010/main" val="33826497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4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187F6-3586-D77C-983D-ADD052431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7"/>
            <a:ext cx="10937905" cy="1325563"/>
          </a:xfrm>
        </p:spPr>
        <p:txBody>
          <a:bodyPr/>
          <a:lstStyle/>
          <a:p>
            <a:pPr>
              <a:spcBef>
                <a:spcPts val="3000"/>
              </a:spcBef>
            </a:pPr>
            <a:r>
              <a:rPr lang="en-US" dirty="0">
                <a:latin typeface="Abadi" panose="020B0604020104020204" pitchFamily="34" charset="0"/>
              </a:rPr>
              <a:t>Inspecting JavaScript in the Browser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67EAC-000C-2B1B-968B-A2CA70768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Abadi" panose="020B0604020104020204" pitchFamily="34" charset="0"/>
              </a:rPr>
              <a:t>Developer tools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badi" panose="020B0604020104020204" pitchFamily="34" charset="0"/>
              </a:rPr>
              <a:t>Inspecting elements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badi" panose="020B0604020104020204" pitchFamily="34" charset="0"/>
              </a:rPr>
              <a:t>Using the console to interact with existing code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badi" panose="020B0604020104020204" pitchFamily="34" charset="0"/>
              </a:rPr>
              <a:t>Viewing and debugging source code</a:t>
            </a:r>
          </a:p>
        </p:txBody>
      </p:sp>
    </p:spTree>
    <p:extLst>
      <p:ext uri="{BB962C8B-B14F-4D97-AF65-F5344CB8AC3E}">
        <p14:creationId xmlns:p14="http://schemas.microsoft.com/office/powerpoint/2010/main" val="11419988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187F6-3586-D77C-983D-ADD052431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67EAC-000C-2B1B-968B-A2CA70768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Twitter Handle - @swekster</a:t>
            </a:r>
          </a:p>
          <a:p>
            <a:r>
              <a:rPr lang="en-US" dirty="0">
                <a:latin typeface="Abadi" panose="020B0604020104020204" pitchFamily="34" charset="0"/>
              </a:rPr>
              <a:t>Discord Server - </a:t>
            </a:r>
            <a:r>
              <a:rPr lang="en-US" dirty="0">
                <a:latin typeface="Abadi" panose="020B0604020104020204" pitchFamily="34" charset="0"/>
                <a:hlinkClick r:id="rId2"/>
              </a:rPr>
              <a:t>https://discord.gg/BPfpzjFNWe</a:t>
            </a:r>
            <a:endParaRPr lang="en-US" dirty="0">
              <a:latin typeface="Abadi" panose="020B0604020104020204" pitchFamily="34" charset="0"/>
            </a:endParaRPr>
          </a:p>
          <a:p>
            <a:r>
              <a:rPr lang="en-US" dirty="0">
                <a:latin typeface="Abadi" panose="020B0604020104020204" pitchFamily="34" charset="0"/>
              </a:rPr>
              <a:t>Email - </a:t>
            </a:r>
            <a:r>
              <a:rPr lang="en-US" dirty="0">
                <a:hlinkClick r:id="rId3"/>
              </a:rPr>
              <a:t>vekoslav.stefanovski@uacs.edu.mk</a:t>
            </a:r>
            <a:r>
              <a:rPr lang="en-US" dirty="0"/>
              <a:t>, </a:t>
            </a:r>
            <a:r>
              <a:rPr lang="en-US" dirty="0">
                <a:latin typeface="Abadi" panose="020B0604020104020204" pitchFamily="34" charset="0"/>
                <a:hlinkClick r:id="rId4"/>
              </a:rPr>
              <a:t>swekster@gmail.com</a:t>
            </a:r>
            <a:endParaRPr lang="en-US" dirty="0">
              <a:latin typeface="Abadi" panose="020B0604020104020204" pitchFamily="34" charset="0"/>
            </a:endParaRPr>
          </a:p>
          <a:p>
            <a:r>
              <a:rPr lang="en-US" dirty="0" err="1">
                <a:latin typeface="Abadi" panose="020B0604020104020204" pitchFamily="34" charset="0"/>
              </a:rPr>
              <a:t>Github</a:t>
            </a:r>
            <a:r>
              <a:rPr lang="en-US" dirty="0">
                <a:latin typeface="Abadi" panose="020B0604020104020204" pitchFamily="34" charset="0"/>
              </a:rPr>
              <a:t> - </a:t>
            </a:r>
            <a:r>
              <a:rPr lang="en-US" dirty="0">
                <a:latin typeface="Abadi" panose="020B0604020104020204" pitchFamily="34" charset="0"/>
                <a:hlinkClick r:id="rId5"/>
              </a:rPr>
              <a:t>https://github.com/sweko/uacs-internet-programming-2026</a:t>
            </a:r>
            <a:endParaRPr lang="en-US" dirty="0">
              <a:latin typeface="Abadi" panose="020B0604020104020204" pitchFamily="34" charset="0"/>
            </a:endParaRPr>
          </a:p>
          <a:p>
            <a:r>
              <a:rPr lang="en-US" dirty="0" err="1">
                <a:latin typeface="Abadi" panose="020B0604020104020204" pitchFamily="34" charset="0"/>
              </a:rPr>
              <a:t>Youtube</a:t>
            </a:r>
            <a:r>
              <a:rPr lang="en-US" dirty="0">
                <a:latin typeface="Abadi" panose="020B0604020104020204" pitchFamily="34" charset="0"/>
              </a:rPr>
              <a:t> - </a:t>
            </a:r>
            <a:r>
              <a:rPr lang="en-US" dirty="0">
                <a:latin typeface="Abadi" panose="020B0604020104020204" pitchFamily="34" charset="0"/>
                <a:hlinkClick r:id="rId6"/>
              </a:rPr>
              <a:t>https://www.youtube.com/@swekster</a:t>
            </a:r>
            <a:endParaRPr lang="en-US" dirty="0">
              <a:latin typeface="Abadi" panose="020B0604020104020204" pitchFamily="34" charset="0"/>
            </a:endParaRPr>
          </a:p>
          <a:p>
            <a:pPr marL="0" indent="0">
              <a:buNone/>
            </a:pPr>
            <a:endParaRPr lang="en-US" dirty="0">
              <a:latin typeface="Abadi" panose="020B0604020104020204" pitchFamily="34" charset="0"/>
            </a:endParaRPr>
          </a:p>
          <a:p>
            <a:endParaRPr lang="en-US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72894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ACS Template.potx" id="{08DC6A8F-7F96-433E-A88E-2AF4AC21CEF5}" vid="{13EF5A67-143A-4FDE-9269-96140DA75D89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UACS Template - Lecture</Template>
  <TotalTime>17</TotalTime>
  <Words>236</Words>
  <Application>Microsoft Office PowerPoint</Application>
  <PresentationFormat>Widescreen</PresentationFormat>
  <Paragraphs>43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Abadi</vt:lpstr>
      <vt:lpstr>Arial</vt:lpstr>
      <vt:lpstr>Calibri</vt:lpstr>
      <vt:lpstr>Calibri Light</vt:lpstr>
      <vt:lpstr>FiraCode Nerd Font</vt:lpstr>
      <vt:lpstr>Office Theme</vt:lpstr>
      <vt:lpstr>Internet Programming</vt:lpstr>
      <vt:lpstr>Agenda</vt:lpstr>
      <vt:lpstr>Connecting HTML and JavaScript</vt:lpstr>
      <vt:lpstr>Inline JavaScript</vt:lpstr>
      <vt:lpstr>External JavaScript files</vt:lpstr>
      <vt:lpstr>Asynchronous and Deferred Loading</vt:lpstr>
      <vt:lpstr>Asynchronous and Deferred Loading</vt:lpstr>
      <vt:lpstr>Inspecting JavaScript in the Browser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 Programming</dc:title>
  <dc:creator>Wekoslav Stefanovski</dc:creator>
  <cp:lastModifiedBy>Wekoslav Stefanovski</cp:lastModifiedBy>
  <cp:revision>1</cp:revision>
  <dcterms:created xsi:type="dcterms:W3CDTF">2023-10-01T19:00:37Z</dcterms:created>
  <dcterms:modified xsi:type="dcterms:W3CDTF">2025-10-01T19:09:39Z</dcterms:modified>
</cp:coreProperties>
</file>